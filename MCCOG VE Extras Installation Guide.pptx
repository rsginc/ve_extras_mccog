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4" r:id="rId4"/>
    <p:sldMasterId id="2147483705" r:id="rId5"/>
    <p:sldMasterId id="2147483700" r:id="rId6"/>
    <p:sldMasterId id="2147483726" r:id="rId7"/>
    <p:sldMasterId id="2147483731" r:id="rId8"/>
    <p:sldMasterId id="2147483736" r:id="rId9"/>
  </p:sldMasterIdLst>
  <p:notesMasterIdLst>
    <p:notesMasterId r:id="rId22"/>
  </p:notesMasterIdLst>
  <p:handoutMasterIdLst>
    <p:handoutMasterId r:id="rId23"/>
  </p:handoutMasterIdLst>
  <p:sldIdLst>
    <p:sldId id="433" r:id="rId10"/>
    <p:sldId id="426" r:id="rId11"/>
    <p:sldId id="440" r:id="rId12"/>
    <p:sldId id="452" r:id="rId13"/>
    <p:sldId id="441" r:id="rId14"/>
    <p:sldId id="450" r:id="rId15"/>
    <p:sldId id="443" r:id="rId16"/>
    <p:sldId id="445" r:id="rId17"/>
    <p:sldId id="444" r:id="rId18"/>
    <p:sldId id="453" r:id="rId19"/>
    <p:sldId id="447" r:id="rId20"/>
    <p:sldId id="448" r:id="rId21"/>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BBBDC12-FFD9-9CFD-4556-7D2E78AD47BE}" name="Edna Aguilar" initials="EA" userId="S::edna.aguilar@rsginc.com::8630924f-66dc-46c6-af15-f8c6dd608b14" providerId="AD"/>
  <p188:author id="{FCC2B034-FB2B-4996-01C5-0591571FBE63}" name="Jonathan Slason" initials="JS" userId="S::jonathan.slason@rsginc.com::03e92085-1906-4714-8fb1-156f52cd43a7" providerId="AD"/>
  <p188:author id="{0C3B2269-3FFB-391B-30A5-D1A6724ED204}" name="Joseph Wildey" initials="JW" userId="S::joseph.wildey@rsginc.com::170dc0b6-6487-49db-a10f-67e7b916fc5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DDDE"/>
    <a:srgbClr val="48484A"/>
    <a:srgbClr val="EC8B1F"/>
    <a:srgbClr val="D6127D"/>
    <a:srgbClr val="77787B"/>
    <a:srgbClr val="B1B3B6"/>
    <a:srgbClr val="DE5429"/>
    <a:srgbClr val="ED9D2D"/>
    <a:srgbClr val="FF2600"/>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2.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na Aguilar" userId="8630924f-66dc-46c6-af15-f8c6dd608b14" providerId="ADAL" clId="{F47A45B3-BD2E-4767-B11E-E7C7C23D176F}"/>
    <pc:docChg chg="undo custSel addSld delSld modSld sldOrd">
      <pc:chgData name="Edna Aguilar" userId="8630924f-66dc-46c6-af15-f8c6dd608b14" providerId="ADAL" clId="{F47A45B3-BD2E-4767-B11E-E7C7C23D176F}" dt="2025-11-21T00:13:12.990" v="3214" actId="1076"/>
      <pc:docMkLst>
        <pc:docMk/>
      </pc:docMkLst>
      <pc:sldChg chg="modSp mod">
        <pc:chgData name="Edna Aguilar" userId="8630924f-66dc-46c6-af15-f8c6dd608b14" providerId="ADAL" clId="{F47A45B3-BD2E-4767-B11E-E7C7C23D176F}" dt="2025-11-20T22:50:10.713" v="2007" actId="1076"/>
        <pc:sldMkLst>
          <pc:docMk/>
          <pc:sldMk cId="3777891609" sldId="426"/>
        </pc:sldMkLst>
        <pc:spChg chg="mod">
          <ac:chgData name="Edna Aguilar" userId="8630924f-66dc-46c6-af15-f8c6dd608b14" providerId="ADAL" clId="{F47A45B3-BD2E-4767-B11E-E7C7C23D176F}" dt="2025-11-20T19:37:18.360" v="11" actId="20577"/>
          <ac:spMkLst>
            <pc:docMk/>
            <pc:sldMk cId="3777891609" sldId="426"/>
            <ac:spMk id="4" creationId="{FCED4F34-6688-6D88-41CC-129BA3C90C9A}"/>
          </ac:spMkLst>
        </pc:spChg>
        <pc:spChg chg="mod">
          <ac:chgData name="Edna Aguilar" userId="8630924f-66dc-46c6-af15-f8c6dd608b14" providerId="ADAL" clId="{F47A45B3-BD2E-4767-B11E-E7C7C23D176F}" dt="2025-11-20T22:50:10.713" v="2007" actId="1076"/>
          <ac:spMkLst>
            <pc:docMk/>
            <pc:sldMk cId="3777891609" sldId="426"/>
            <ac:spMk id="7" creationId="{5EFF6B5F-40E4-A16F-43CC-EEE382BD4F0C}"/>
          </ac:spMkLst>
        </pc:spChg>
      </pc:sldChg>
      <pc:sldChg chg="modSp mod">
        <pc:chgData name="Edna Aguilar" userId="8630924f-66dc-46c6-af15-f8c6dd608b14" providerId="ADAL" clId="{F47A45B3-BD2E-4767-B11E-E7C7C23D176F}" dt="2025-11-20T23:48:14.514" v="2464" actId="207"/>
        <pc:sldMkLst>
          <pc:docMk/>
          <pc:sldMk cId="1342543991" sldId="433"/>
        </pc:sldMkLst>
        <pc:spChg chg="mod">
          <ac:chgData name="Edna Aguilar" userId="8630924f-66dc-46c6-af15-f8c6dd608b14" providerId="ADAL" clId="{F47A45B3-BD2E-4767-B11E-E7C7C23D176F}" dt="2025-11-20T23:48:14.514" v="2464" actId="207"/>
          <ac:spMkLst>
            <pc:docMk/>
            <pc:sldMk cId="1342543991" sldId="433"/>
            <ac:spMk id="2" creationId="{E44E40A7-1AD5-2262-9226-A6775334F618}"/>
          </ac:spMkLst>
        </pc:spChg>
        <pc:spChg chg="mod">
          <ac:chgData name="Edna Aguilar" userId="8630924f-66dc-46c6-af15-f8c6dd608b14" providerId="ADAL" clId="{F47A45B3-BD2E-4767-B11E-E7C7C23D176F}" dt="2025-11-20T23:46:44.162" v="2419" actId="14100"/>
          <ac:spMkLst>
            <pc:docMk/>
            <pc:sldMk cId="1342543991" sldId="433"/>
            <ac:spMk id="3" creationId="{9FB738CE-715F-A458-1A5D-7DDA640769C7}"/>
          </ac:spMkLst>
        </pc:spChg>
        <pc:spChg chg="mod">
          <ac:chgData name="Edna Aguilar" userId="8630924f-66dc-46c6-af15-f8c6dd608b14" providerId="ADAL" clId="{F47A45B3-BD2E-4767-B11E-E7C7C23D176F}" dt="2025-11-20T23:48:13.956" v="2463" actId="207"/>
          <ac:spMkLst>
            <pc:docMk/>
            <pc:sldMk cId="1342543991" sldId="433"/>
            <ac:spMk id="4" creationId="{EE8A1E6C-D7DA-F5B6-4244-6FB6AD902801}"/>
          </ac:spMkLst>
        </pc:spChg>
      </pc:sldChg>
      <pc:sldChg chg="addSp delSp modSp mod modCm">
        <pc:chgData name="Edna Aguilar" userId="8630924f-66dc-46c6-af15-f8c6dd608b14" providerId="ADAL" clId="{F47A45B3-BD2E-4767-B11E-E7C7C23D176F}" dt="2025-11-21T00:05:41.328" v="3064" actId="20577"/>
        <pc:sldMkLst>
          <pc:docMk/>
          <pc:sldMk cId="477221729" sldId="440"/>
        </pc:sldMkLst>
        <pc:spChg chg="mod">
          <ac:chgData name="Edna Aguilar" userId="8630924f-66dc-46c6-af15-f8c6dd608b14" providerId="ADAL" clId="{F47A45B3-BD2E-4767-B11E-E7C7C23D176F}" dt="2025-11-20T21:11:01.374" v="1624" actId="1076"/>
          <ac:spMkLst>
            <pc:docMk/>
            <pc:sldMk cId="477221729" sldId="440"/>
            <ac:spMk id="3" creationId="{FAC0CA3D-7062-D567-B9A1-99D3F8E08E7A}"/>
          </ac:spMkLst>
        </pc:spChg>
        <pc:spChg chg="mod">
          <ac:chgData name="Edna Aguilar" userId="8630924f-66dc-46c6-af15-f8c6dd608b14" providerId="ADAL" clId="{F47A45B3-BD2E-4767-B11E-E7C7C23D176F}" dt="2025-11-20T21:11:12.844" v="1627" actId="1076"/>
          <ac:spMkLst>
            <pc:docMk/>
            <pc:sldMk cId="477221729" sldId="440"/>
            <ac:spMk id="4" creationId="{FCED4F34-6688-6D88-41CC-129BA3C90C9A}"/>
          </ac:spMkLst>
        </pc:spChg>
        <pc:spChg chg="mod">
          <ac:chgData name="Edna Aguilar" userId="8630924f-66dc-46c6-af15-f8c6dd608b14" providerId="ADAL" clId="{F47A45B3-BD2E-4767-B11E-E7C7C23D176F}" dt="2025-11-20T22:48:09.331" v="1993" actId="1036"/>
          <ac:spMkLst>
            <pc:docMk/>
            <pc:sldMk cId="477221729" sldId="440"/>
            <ac:spMk id="5" creationId="{B04D2D6C-6404-D953-DB40-B9778414A002}"/>
          </ac:spMkLst>
        </pc:spChg>
        <pc:spChg chg="mod">
          <ac:chgData name="Edna Aguilar" userId="8630924f-66dc-46c6-af15-f8c6dd608b14" providerId="ADAL" clId="{F47A45B3-BD2E-4767-B11E-E7C7C23D176F}" dt="2025-11-20T22:25:34.310" v="1744" actId="164"/>
          <ac:spMkLst>
            <pc:docMk/>
            <pc:sldMk cId="477221729" sldId="440"/>
            <ac:spMk id="11" creationId="{281C9F7D-86D7-5AE9-60EF-4C654769B62E}"/>
          </ac:spMkLst>
        </pc:spChg>
        <pc:spChg chg="mod">
          <ac:chgData name="Edna Aguilar" userId="8630924f-66dc-46c6-af15-f8c6dd608b14" providerId="ADAL" clId="{F47A45B3-BD2E-4767-B11E-E7C7C23D176F}" dt="2025-11-21T00:05:41.328" v="3064" actId="20577"/>
          <ac:spMkLst>
            <pc:docMk/>
            <pc:sldMk cId="477221729" sldId="440"/>
            <ac:spMk id="12" creationId="{364BBD94-0CB4-C037-9313-BEC1653D4F9F}"/>
          </ac:spMkLst>
        </pc:spChg>
        <pc:spChg chg="add mod">
          <ac:chgData name="Edna Aguilar" userId="8630924f-66dc-46c6-af15-f8c6dd608b14" providerId="ADAL" clId="{F47A45B3-BD2E-4767-B11E-E7C7C23D176F}" dt="2025-11-20T23:42:28.098" v="2395" actId="20577"/>
          <ac:spMkLst>
            <pc:docMk/>
            <pc:sldMk cId="477221729" sldId="440"/>
            <ac:spMk id="15" creationId="{BFD8259B-1C5C-6ED8-9889-16526623C100}"/>
          </ac:spMkLst>
        </pc:spChg>
        <pc:spChg chg="add mod">
          <ac:chgData name="Edna Aguilar" userId="8630924f-66dc-46c6-af15-f8c6dd608b14" providerId="ADAL" clId="{F47A45B3-BD2E-4767-B11E-E7C7C23D176F}" dt="2025-11-20T20:10:07.840" v="1098" actId="1076"/>
          <ac:spMkLst>
            <pc:docMk/>
            <pc:sldMk cId="477221729" sldId="440"/>
            <ac:spMk id="16" creationId="{36B57161-2BCE-8095-C76F-C0BEC1BD720F}"/>
          </ac:spMkLst>
        </pc:spChg>
        <pc:spChg chg="add mod">
          <ac:chgData name="Edna Aguilar" userId="8630924f-66dc-46c6-af15-f8c6dd608b14" providerId="ADAL" clId="{F47A45B3-BD2E-4767-B11E-E7C7C23D176F}" dt="2025-11-20T20:11:24.681" v="1127" actId="207"/>
          <ac:spMkLst>
            <pc:docMk/>
            <pc:sldMk cId="477221729" sldId="440"/>
            <ac:spMk id="17" creationId="{A2600F0A-63BE-197D-EA3B-9B5C3BBC8A85}"/>
          </ac:spMkLst>
        </pc:spChg>
        <pc:grpChg chg="add mod">
          <ac:chgData name="Edna Aguilar" userId="8630924f-66dc-46c6-af15-f8c6dd608b14" providerId="ADAL" clId="{F47A45B3-BD2E-4767-B11E-E7C7C23D176F}" dt="2025-11-20T22:48:01.837" v="1978" actId="1076"/>
          <ac:grpSpMkLst>
            <pc:docMk/>
            <pc:sldMk cId="477221729" sldId="440"/>
            <ac:grpSpMk id="20" creationId="{E6F15489-CDB1-2AB0-302A-78089355AD5F}"/>
          </ac:grpSpMkLst>
        </pc:grpChg>
        <pc:picChg chg="mod">
          <ac:chgData name="Edna Aguilar" userId="8630924f-66dc-46c6-af15-f8c6dd608b14" providerId="ADAL" clId="{F47A45B3-BD2E-4767-B11E-E7C7C23D176F}" dt="2025-11-20T22:25:34.310" v="1744" actId="164"/>
          <ac:picMkLst>
            <pc:docMk/>
            <pc:sldMk cId="477221729" sldId="440"/>
            <ac:picMk id="9" creationId="{21FC57FB-9FBD-4FE9-0B73-4872C6FD5CE8}"/>
          </ac:picMkLst>
        </pc:picChg>
        <pc:picChg chg="add mod modCrop">
          <ac:chgData name="Edna Aguilar" userId="8630924f-66dc-46c6-af15-f8c6dd608b14" providerId="ADAL" clId="{F47A45B3-BD2E-4767-B11E-E7C7C23D176F}" dt="2025-11-20T21:11:29.386" v="1631" actId="1076"/>
          <ac:picMkLst>
            <pc:docMk/>
            <pc:sldMk cId="477221729" sldId="440"/>
            <ac:picMk id="10" creationId="{8C3D060A-D294-3736-A947-E9E3CA833546}"/>
          </ac:picMkLst>
        </pc:picChg>
        <pc:picChg chg="add mod">
          <ac:chgData name="Edna Aguilar" userId="8630924f-66dc-46c6-af15-f8c6dd608b14" providerId="ADAL" clId="{F47A45B3-BD2E-4767-B11E-E7C7C23D176F}" dt="2025-11-20T20:08:52.793" v="1049" actId="692"/>
          <ac:picMkLst>
            <pc:docMk/>
            <pc:sldMk cId="477221729" sldId="440"/>
            <ac:picMk id="14" creationId="{6F2AF351-7709-D9E9-515C-1B486FC0585C}"/>
          </ac:picMkLst>
        </pc:picChg>
        <pc:extLst>
          <p:ext xmlns:p="http://schemas.openxmlformats.org/presentationml/2006/main" uri="{D6D511B9-2390-475A-947B-AFAB55BFBCF1}">
            <pc226:cmChg xmlns:pc226="http://schemas.microsoft.com/office/powerpoint/2022/06/main/command" chg="mod">
              <pc226:chgData name="Edna Aguilar" userId="8630924f-66dc-46c6-af15-f8c6dd608b14" providerId="ADAL" clId="{F47A45B3-BD2E-4767-B11E-E7C7C23D176F}" dt="2025-11-20T23:50:15.327" v="2617" actId="20577"/>
              <pc2:cmMkLst xmlns:pc2="http://schemas.microsoft.com/office/powerpoint/2019/9/main/command">
                <pc:docMk/>
                <pc:sldMk cId="477221729" sldId="440"/>
                <pc2:cmMk id="{93578481-6CAD-49DF-ACA9-A7F9610B646B}"/>
              </pc2:cmMkLst>
            </pc226:cmChg>
          </p:ext>
        </pc:extLst>
      </pc:sldChg>
      <pc:sldChg chg="addSp delSp modSp mod">
        <pc:chgData name="Edna Aguilar" userId="8630924f-66dc-46c6-af15-f8c6dd608b14" providerId="ADAL" clId="{F47A45B3-BD2E-4767-B11E-E7C7C23D176F}" dt="2025-11-21T00:12:36.934" v="3201" actId="114"/>
        <pc:sldMkLst>
          <pc:docMk/>
          <pc:sldMk cId="1491248535" sldId="441"/>
        </pc:sldMkLst>
        <pc:spChg chg="mod">
          <ac:chgData name="Edna Aguilar" userId="8630924f-66dc-46c6-af15-f8c6dd608b14" providerId="ADAL" clId="{F47A45B3-BD2E-4767-B11E-E7C7C23D176F}" dt="2025-11-21T00:10:11.720" v="3165" actId="20577"/>
          <ac:spMkLst>
            <pc:docMk/>
            <pc:sldMk cId="1491248535" sldId="441"/>
            <ac:spMk id="3" creationId="{FAC0CA3D-7062-D567-B9A1-99D3F8E08E7A}"/>
          </ac:spMkLst>
        </pc:spChg>
        <pc:spChg chg="mod">
          <ac:chgData name="Edna Aguilar" userId="8630924f-66dc-46c6-af15-f8c6dd608b14" providerId="ADAL" clId="{F47A45B3-BD2E-4767-B11E-E7C7C23D176F}" dt="2025-11-21T00:10:14.748" v="3167" actId="20577"/>
          <ac:spMkLst>
            <pc:docMk/>
            <pc:sldMk cId="1491248535" sldId="441"/>
            <ac:spMk id="4" creationId="{FCED4F34-6688-6D88-41CC-129BA3C90C9A}"/>
          </ac:spMkLst>
        </pc:spChg>
        <pc:spChg chg="add mod">
          <ac:chgData name="Edna Aguilar" userId="8630924f-66dc-46c6-af15-f8c6dd608b14" providerId="ADAL" clId="{F47A45B3-BD2E-4767-B11E-E7C7C23D176F}" dt="2025-11-21T00:10:18.912" v="3171" actId="20577"/>
          <ac:spMkLst>
            <pc:docMk/>
            <pc:sldMk cId="1491248535" sldId="441"/>
            <ac:spMk id="6" creationId="{DFD32D87-159C-021F-BA9B-B5DD9C247F39}"/>
          </ac:spMkLst>
        </pc:spChg>
        <pc:spChg chg="add mod">
          <ac:chgData name="Edna Aguilar" userId="8630924f-66dc-46c6-af15-f8c6dd608b14" providerId="ADAL" clId="{F47A45B3-BD2E-4767-B11E-E7C7C23D176F}" dt="2025-11-21T00:12:36.934" v="3201" actId="114"/>
          <ac:spMkLst>
            <pc:docMk/>
            <pc:sldMk cId="1491248535" sldId="441"/>
            <ac:spMk id="9" creationId="{AC25B0B0-FF70-5576-156A-4D21DC6D86FF}"/>
          </ac:spMkLst>
        </pc:spChg>
        <pc:picChg chg="mod">
          <ac:chgData name="Edna Aguilar" userId="8630924f-66dc-46c6-af15-f8c6dd608b14" providerId="ADAL" clId="{F47A45B3-BD2E-4767-B11E-E7C7C23D176F}" dt="2025-11-20T20:36:55.954" v="1433" actId="1076"/>
          <ac:picMkLst>
            <pc:docMk/>
            <pc:sldMk cId="1491248535" sldId="441"/>
            <ac:picMk id="11" creationId="{990B8A50-8D1E-E477-0D21-675D0F109FAE}"/>
          </ac:picMkLst>
        </pc:picChg>
        <pc:picChg chg="add mod">
          <ac:chgData name="Edna Aguilar" userId="8630924f-66dc-46c6-af15-f8c6dd608b14" providerId="ADAL" clId="{F47A45B3-BD2E-4767-B11E-E7C7C23D176F}" dt="2025-11-20T23:42:49.257" v="2416" actId="1036"/>
          <ac:picMkLst>
            <pc:docMk/>
            <pc:sldMk cId="1491248535" sldId="441"/>
            <ac:picMk id="13" creationId="{BB063CD5-4FF5-2400-4C44-645205B09129}"/>
          </ac:picMkLst>
        </pc:picChg>
        <pc:picChg chg="add mod">
          <ac:chgData name="Edna Aguilar" userId="8630924f-66dc-46c6-af15-f8c6dd608b14" providerId="ADAL" clId="{F47A45B3-BD2E-4767-B11E-E7C7C23D176F}" dt="2025-11-20T22:40:16.440" v="1871" actId="1076"/>
          <ac:picMkLst>
            <pc:docMk/>
            <pc:sldMk cId="1491248535" sldId="441"/>
            <ac:picMk id="14" creationId="{54A83F08-49BB-27CB-FB54-12AE68CDB8D9}"/>
          </ac:picMkLst>
        </pc:picChg>
        <pc:picChg chg="add mod modCrop">
          <ac:chgData name="Edna Aguilar" userId="8630924f-66dc-46c6-af15-f8c6dd608b14" providerId="ADAL" clId="{F47A45B3-BD2E-4767-B11E-E7C7C23D176F}" dt="2025-11-20T22:40:11.703" v="1870" actId="1036"/>
          <ac:picMkLst>
            <pc:docMk/>
            <pc:sldMk cId="1491248535" sldId="441"/>
            <ac:picMk id="24" creationId="{B6D0A599-6886-2AE6-FAA6-4905AFEFA3BF}"/>
          </ac:picMkLst>
        </pc:picChg>
        <pc:picChg chg="add mod modCrop">
          <ac:chgData name="Edna Aguilar" userId="8630924f-66dc-46c6-af15-f8c6dd608b14" providerId="ADAL" clId="{F47A45B3-BD2E-4767-B11E-E7C7C23D176F}" dt="2025-11-20T22:39:45.684" v="1861" actId="1035"/>
          <ac:picMkLst>
            <pc:docMk/>
            <pc:sldMk cId="1491248535" sldId="441"/>
            <ac:picMk id="26" creationId="{24521ACF-9E6A-5EE6-08B6-59DC23C4BED6}"/>
          </ac:picMkLst>
        </pc:picChg>
        <pc:cxnChg chg="add mod">
          <ac:chgData name="Edna Aguilar" userId="8630924f-66dc-46c6-af15-f8c6dd608b14" providerId="ADAL" clId="{F47A45B3-BD2E-4767-B11E-E7C7C23D176F}" dt="2025-11-20T22:40:11.703" v="1870" actId="1036"/>
          <ac:cxnSpMkLst>
            <pc:docMk/>
            <pc:sldMk cId="1491248535" sldId="441"/>
            <ac:cxnSpMk id="20" creationId="{EE2BBB79-B75C-55AC-B5E8-B8FC8188536E}"/>
          </ac:cxnSpMkLst>
        </pc:cxnChg>
      </pc:sldChg>
      <pc:sldChg chg="addSp delSp modSp add del mod ord modShow">
        <pc:chgData name="Edna Aguilar" userId="8630924f-66dc-46c6-af15-f8c6dd608b14" providerId="ADAL" clId="{F47A45B3-BD2E-4767-B11E-E7C7C23D176F}" dt="2025-11-21T00:10:02.649" v="3152"/>
        <pc:sldMkLst>
          <pc:docMk/>
          <pc:sldMk cId="1415438470" sldId="442"/>
        </pc:sldMkLst>
        <pc:spChg chg="mod">
          <ac:chgData name="Edna Aguilar" userId="8630924f-66dc-46c6-af15-f8c6dd608b14" providerId="ADAL" clId="{F47A45B3-BD2E-4767-B11E-E7C7C23D176F}" dt="2025-11-21T00:09:47.025" v="3135" actId="20577"/>
          <ac:spMkLst>
            <pc:docMk/>
            <pc:sldMk cId="1415438470" sldId="442"/>
            <ac:spMk id="3" creationId="{FAC0CA3D-7062-D567-B9A1-99D3F8E08E7A}"/>
          </ac:spMkLst>
        </pc:spChg>
        <pc:spChg chg="mod">
          <ac:chgData name="Edna Aguilar" userId="8630924f-66dc-46c6-af15-f8c6dd608b14" providerId="ADAL" clId="{F47A45B3-BD2E-4767-B11E-E7C7C23D176F}" dt="2025-11-21T00:07:48.545" v="3095" actId="14100"/>
          <ac:spMkLst>
            <pc:docMk/>
            <pc:sldMk cId="1415438470" sldId="442"/>
            <ac:spMk id="4" creationId="{FCED4F34-6688-6D88-41CC-129BA3C90C9A}"/>
          </ac:spMkLst>
        </pc:spChg>
        <pc:spChg chg="add mod">
          <ac:chgData name="Edna Aguilar" userId="8630924f-66dc-46c6-af15-f8c6dd608b14" providerId="ADAL" clId="{F47A45B3-BD2E-4767-B11E-E7C7C23D176F}" dt="2025-11-21T00:09:07.593" v="3113" actId="1076"/>
          <ac:spMkLst>
            <pc:docMk/>
            <pc:sldMk cId="1415438470" sldId="442"/>
            <ac:spMk id="7" creationId="{B9EABEE7-5B94-70A6-6FC2-2BD8C7FA015E}"/>
          </ac:spMkLst>
        </pc:spChg>
        <pc:picChg chg="mod">
          <ac:chgData name="Edna Aguilar" userId="8630924f-66dc-46c6-af15-f8c6dd608b14" providerId="ADAL" clId="{F47A45B3-BD2E-4767-B11E-E7C7C23D176F}" dt="2025-11-21T00:09:12.307" v="3115" actId="1076"/>
          <ac:picMkLst>
            <pc:docMk/>
            <pc:sldMk cId="1415438470" sldId="442"/>
            <ac:picMk id="8" creationId="{B00580AC-31EE-78B5-62DF-CCB67FBBCBFD}"/>
          </ac:picMkLst>
        </pc:picChg>
      </pc:sldChg>
      <pc:sldChg chg="addSp delSp modSp mod">
        <pc:chgData name="Edna Aguilar" userId="8630924f-66dc-46c6-af15-f8c6dd608b14" providerId="ADAL" clId="{F47A45B3-BD2E-4767-B11E-E7C7C23D176F}" dt="2025-11-21T00:12:54.541" v="3211" actId="20577"/>
        <pc:sldMkLst>
          <pc:docMk/>
          <pc:sldMk cId="2984656958" sldId="443"/>
        </pc:sldMkLst>
        <pc:spChg chg="mod">
          <ac:chgData name="Edna Aguilar" userId="8630924f-66dc-46c6-af15-f8c6dd608b14" providerId="ADAL" clId="{F47A45B3-BD2E-4767-B11E-E7C7C23D176F}" dt="2025-11-21T00:10:53.091" v="3181" actId="20577"/>
          <ac:spMkLst>
            <pc:docMk/>
            <pc:sldMk cId="2984656958" sldId="443"/>
            <ac:spMk id="3" creationId="{FAC0CA3D-7062-D567-B9A1-99D3F8E08E7A}"/>
          </ac:spMkLst>
        </pc:spChg>
        <pc:spChg chg="mod">
          <ac:chgData name="Edna Aguilar" userId="8630924f-66dc-46c6-af15-f8c6dd608b14" providerId="ADAL" clId="{F47A45B3-BD2E-4767-B11E-E7C7C23D176F}" dt="2025-11-21T00:12:54.541" v="3211" actId="20577"/>
          <ac:spMkLst>
            <pc:docMk/>
            <pc:sldMk cId="2984656958" sldId="443"/>
            <ac:spMk id="4" creationId="{FCED4F34-6688-6D88-41CC-129BA3C90C9A}"/>
          </ac:spMkLst>
        </pc:spChg>
        <pc:spChg chg="add mod">
          <ac:chgData name="Edna Aguilar" userId="8630924f-66dc-46c6-af15-f8c6dd608b14" providerId="ADAL" clId="{F47A45B3-BD2E-4767-B11E-E7C7C23D176F}" dt="2025-11-20T22:49:53.972" v="2004" actId="164"/>
          <ac:spMkLst>
            <pc:docMk/>
            <pc:sldMk cId="2984656958" sldId="443"/>
            <ac:spMk id="12" creationId="{5E8C9261-70C2-1963-AC5C-CE7957E3CCE7}"/>
          </ac:spMkLst>
        </pc:spChg>
        <pc:grpChg chg="add mod">
          <ac:chgData name="Edna Aguilar" userId="8630924f-66dc-46c6-af15-f8c6dd608b14" providerId="ADAL" clId="{F47A45B3-BD2E-4767-B11E-E7C7C23D176F}" dt="2025-11-20T22:49:56.084" v="2006" actId="1036"/>
          <ac:grpSpMkLst>
            <pc:docMk/>
            <pc:sldMk cId="2984656958" sldId="443"/>
            <ac:grpSpMk id="13" creationId="{A815485D-BDAA-2A8C-7456-3BFBC711AE15}"/>
          </ac:grpSpMkLst>
        </pc:grpChg>
        <pc:picChg chg="add mod">
          <ac:chgData name="Edna Aguilar" userId="8630924f-66dc-46c6-af15-f8c6dd608b14" providerId="ADAL" clId="{F47A45B3-BD2E-4767-B11E-E7C7C23D176F}" dt="2025-11-20T22:49:53.972" v="2004" actId="164"/>
          <ac:picMkLst>
            <pc:docMk/>
            <pc:sldMk cId="2984656958" sldId="443"/>
            <ac:picMk id="9" creationId="{5EAC6A5F-97B8-5536-2CC3-1505C3BB89DC}"/>
          </ac:picMkLst>
        </pc:picChg>
      </pc:sldChg>
      <pc:sldChg chg="addSp delSp modSp mod">
        <pc:chgData name="Edna Aguilar" userId="8630924f-66dc-46c6-af15-f8c6dd608b14" providerId="ADAL" clId="{F47A45B3-BD2E-4767-B11E-E7C7C23D176F}" dt="2025-11-21T00:11:10.805" v="3191" actId="20577"/>
        <pc:sldMkLst>
          <pc:docMk/>
          <pc:sldMk cId="552638925" sldId="444"/>
        </pc:sldMkLst>
        <pc:spChg chg="mod">
          <ac:chgData name="Edna Aguilar" userId="8630924f-66dc-46c6-af15-f8c6dd608b14" providerId="ADAL" clId="{F47A45B3-BD2E-4767-B11E-E7C7C23D176F}" dt="2025-11-21T00:11:10.805" v="3191" actId="20577"/>
          <ac:spMkLst>
            <pc:docMk/>
            <pc:sldMk cId="552638925" sldId="444"/>
            <ac:spMk id="3" creationId="{FAC0CA3D-7062-D567-B9A1-99D3F8E08E7A}"/>
          </ac:spMkLst>
        </pc:spChg>
        <pc:spChg chg="mod">
          <ac:chgData name="Edna Aguilar" userId="8630924f-66dc-46c6-af15-f8c6dd608b14" providerId="ADAL" clId="{F47A45B3-BD2E-4767-B11E-E7C7C23D176F}" dt="2025-11-21T00:11:08.898" v="3189" actId="20577"/>
          <ac:spMkLst>
            <pc:docMk/>
            <pc:sldMk cId="552638925" sldId="444"/>
            <ac:spMk id="4" creationId="{FCED4F34-6688-6D88-41CC-129BA3C90C9A}"/>
          </ac:spMkLst>
        </pc:spChg>
        <pc:spChg chg="mod">
          <ac:chgData name="Edna Aguilar" userId="8630924f-66dc-46c6-af15-f8c6dd608b14" providerId="ADAL" clId="{F47A45B3-BD2E-4767-B11E-E7C7C23D176F}" dt="2025-11-20T23:24:15.867" v="2150" actId="20577"/>
          <ac:spMkLst>
            <pc:docMk/>
            <pc:sldMk cId="552638925" sldId="444"/>
            <ac:spMk id="11" creationId="{F7010405-61DE-00D4-1A32-840EB40F0E95}"/>
          </ac:spMkLst>
        </pc:spChg>
        <pc:picChg chg="add mod">
          <ac:chgData name="Edna Aguilar" userId="8630924f-66dc-46c6-af15-f8c6dd608b14" providerId="ADAL" clId="{F47A45B3-BD2E-4767-B11E-E7C7C23D176F}" dt="2025-11-20T23:22:43.824" v="2131" actId="1076"/>
          <ac:picMkLst>
            <pc:docMk/>
            <pc:sldMk cId="552638925" sldId="444"/>
            <ac:picMk id="6" creationId="{420EA430-5901-4416-5E45-28AD8BD25404}"/>
          </ac:picMkLst>
        </pc:picChg>
        <pc:picChg chg="add mod">
          <ac:chgData name="Edna Aguilar" userId="8630924f-66dc-46c6-af15-f8c6dd608b14" providerId="ADAL" clId="{F47A45B3-BD2E-4767-B11E-E7C7C23D176F}" dt="2025-11-20T23:23:46.562" v="2142" actId="1036"/>
          <ac:picMkLst>
            <pc:docMk/>
            <pc:sldMk cId="552638925" sldId="444"/>
            <ac:picMk id="8" creationId="{9721F633-7B65-44DD-4A55-CBF4C92AF2BA}"/>
          </ac:picMkLst>
        </pc:picChg>
        <pc:cxnChg chg="add mod">
          <ac:chgData name="Edna Aguilar" userId="8630924f-66dc-46c6-af15-f8c6dd608b14" providerId="ADAL" clId="{F47A45B3-BD2E-4767-B11E-E7C7C23D176F}" dt="2025-11-20T23:23:38.729" v="2139" actId="1582"/>
          <ac:cxnSpMkLst>
            <pc:docMk/>
            <pc:sldMk cId="552638925" sldId="444"/>
            <ac:cxnSpMk id="12" creationId="{F0ECA597-AFCD-0AEA-48FA-B858157CA54B}"/>
          </ac:cxnSpMkLst>
        </pc:cxnChg>
      </pc:sldChg>
      <pc:sldChg chg="addSp delSp modSp mod">
        <pc:chgData name="Edna Aguilar" userId="8630924f-66dc-46c6-af15-f8c6dd608b14" providerId="ADAL" clId="{F47A45B3-BD2E-4767-B11E-E7C7C23D176F}" dt="2025-11-21T00:13:12.990" v="3214" actId="1076"/>
        <pc:sldMkLst>
          <pc:docMk/>
          <pc:sldMk cId="592064298" sldId="445"/>
        </pc:sldMkLst>
        <pc:spChg chg="mod">
          <ac:chgData name="Edna Aguilar" userId="8630924f-66dc-46c6-af15-f8c6dd608b14" providerId="ADAL" clId="{F47A45B3-BD2E-4767-B11E-E7C7C23D176F}" dt="2025-11-21T00:10:59.504" v="3185" actId="20577"/>
          <ac:spMkLst>
            <pc:docMk/>
            <pc:sldMk cId="592064298" sldId="445"/>
            <ac:spMk id="3" creationId="{00CAC652-8AB6-7F4A-8649-0DEB80C19170}"/>
          </ac:spMkLst>
        </pc:spChg>
        <pc:spChg chg="mod">
          <ac:chgData name="Edna Aguilar" userId="8630924f-66dc-46c6-af15-f8c6dd608b14" providerId="ADAL" clId="{F47A45B3-BD2E-4767-B11E-E7C7C23D176F}" dt="2025-11-20T23:13:15.291" v="2105" actId="20577"/>
          <ac:spMkLst>
            <pc:docMk/>
            <pc:sldMk cId="592064298" sldId="445"/>
            <ac:spMk id="5" creationId="{0D47BB76-8B4B-417D-0135-C56CCEEBF52C}"/>
          </ac:spMkLst>
        </pc:spChg>
        <pc:spChg chg="add mod">
          <ac:chgData name="Edna Aguilar" userId="8630924f-66dc-46c6-af15-f8c6dd608b14" providerId="ADAL" clId="{F47A45B3-BD2E-4767-B11E-E7C7C23D176F}" dt="2025-11-21T00:13:12.923" v="3213" actId="255"/>
          <ac:spMkLst>
            <pc:docMk/>
            <pc:sldMk cId="592064298" sldId="445"/>
            <ac:spMk id="7" creationId="{8C796AB4-F0FD-CB7B-7E66-0FC9C213CA03}"/>
          </ac:spMkLst>
        </pc:spChg>
        <pc:spChg chg="mod">
          <ac:chgData name="Edna Aguilar" userId="8630924f-66dc-46c6-af15-f8c6dd608b14" providerId="ADAL" clId="{F47A45B3-BD2E-4767-B11E-E7C7C23D176F}" dt="2025-11-21T00:11:02.169" v="3187" actId="20577"/>
          <ac:spMkLst>
            <pc:docMk/>
            <pc:sldMk cId="592064298" sldId="445"/>
            <ac:spMk id="8" creationId="{EFB90287-6496-8717-B32E-348B7146CA14}"/>
          </ac:spMkLst>
        </pc:spChg>
        <pc:spChg chg="add mod">
          <ac:chgData name="Edna Aguilar" userId="8630924f-66dc-46c6-af15-f8c6dd608b14" providerId="ADAL" clId="{F47A45B3-BD2E-4767-B11E-E7C7C23D176F}" dt="2025-11-21T00:13:12.990" v="3214" actId="1076"/>
          <ac:spMkLst>
            <pc:docMk/>
            <pc:sldMk cId="592064298" sldId="445"/>
            <ac:spMk id="14" creationId="{FF9F265B-93BE-7F24-0890-0242187B154F}"/>
          </ac:spMkLst>
        </pc:spChg>
        <pc:picChg chg="add mod">
          <ac:chgData name="Edna Aguilar" userId="8630924f-66dc-46c6-af15-f8c6dd608b14" providerId="ADAL" clId="{F47A45B3-BD2E-4767-B11E-E7C7C23D176F}" dt="2025-11-20T23:12:38.495" v="2091" actId="1036"/>
          <ac:picMkLst>
            <pc:docMk/>
            <pc:sldMk cId="592064298" sldId="445"/>
            <ac:picMk id="13" creationId="{37613EFF-31A9-E703-2223-C93F7C9FA8F1}"/>
          </ac:picMkLst>
        </pc:picChg>
        <pc:picChg chg="add mod">
          <ac:chgData name="Edna Aguilar" userId="8630924f-66dc-46c6-af15-f8c6dd608b14" providerId="ADAL" clId="{F47A45B3-BD2E-4767-B11E-E7C7C23D176F}" dt="2025-11-20T23:11:45.765" v="2048" actId="1076"/>
          <ac:picMkLst>
            <pc:docMk/>
            <pc:sldMk cId="592064298" sldId="445"/>
            <ac:picMk id="16" creationId="{55B89395-AB11-0747-7F4C-FDDC83EC0036}"/>
          </ac:picMkLst>
        </pc:picChg>
      </pc:sldChg>
      <pc:sldChg chg="addSp delSp modSp mod">
        <pc:chgData name="Edna Aguilar" userId="8630924f-66dc-46c6-af15-f8c6dd608b14" providerId="ADAL" clId="{F47A45B3-BD2E-4767-B11E-E7C7C23D176F}" dt="2025-11-21T00:11:16.064" v="3195" actId="20577"/>
        <pc:sldMkLst>
          <pc:docMk/>
          <pc:sldMk cId="533370628" sldId="447"/>
        </pc:sldMkLst>
        <pc:spChg chg="mod">
          <ac:chgData name="Edna Aguilar" userId="8630924f-66dc-46c6-af15-f8c6dd608b14" providerId="ADAL" clId="{F47A45B3-BD2E-4767-B11E-E7C7C23D176F}" dt="2025-11-21T00:11:13.840" v="3193" actId="20577"/>
          <ac:spMkLst>
            <pc:docMk/>
            <pc:sldMk cId="533370628" sldId="447"/>
            <ac:spMk id="3" creationId="{279368E6-3AF6-ECCE-7564-27C5D6C6B209}"/>
          </ac:spMkLst>
        </pc:spChg>
        <pc:spChg chg="mod">
          <ac:chgData name="Edna Aguilar" userId="8630924f-66dc-46c6-af15-f8c6dd608b14" providerId="ADAL" clId="{F47A45B3-BD2E-4767-B11E-E7C7C23D176F}" dt="2025-11-21T00:11:16.064" v="3195" actId="20577"/>
          <ac:spMkLst>
            <pc:docMk/>
            <pc:sldMk cId="533370628" sldId="447"/>
            <ac:spMk id="4" creationId="{21432D2F-A5A6-FDF5-8016-0D9EE49E2513}"/>
          </ac:spMkLst>
        </pc:spChg>
        <pc:picChg chg="mod">
          <ac:chgData name="Edna Aguilar" userId="8630924f-66dc-46c6-af15-f8c6dd608b14" providerId="ADAL" clId="{F47A45B3-BD2E-4767-B11E-E7C7C23D176F}" dt="2025-11-20T23:31:08.228" v="2297" actId="1036"/>
          <ac:picMkLst>
            <pc:docMk/>
            <pc:sldMk cId="533370628" sldId="447"/>
            <ac:picMk id="7" creationId="{457DA46C-24CD-6E27-7FA2-C80099E66243}"/>
          </ac:picMkLst>
        </pc:picChg>
        <pc:picChg chg="add mod">
          <ac:chgData name="Edna Aguilar" userId="8630924f-66dc-46c6-af15-f8c6dd608b14" providerId="ADAL" clId="{F47A45B3-BD2E-4767-B11E-E7C7C23D176F}" dt="2025-11-20T23:28:36.383" v="2259" actId="1076"/>
          <ac:picMkLst>
            <pc:docMk/>
            <pc:sldMk cId="533370628" sldId="447"/>
            <ac:picMk id="10" creationId="{8646D852-8834-A2E6-8B6F-AF2F34F6FD3F}"/>
          </ac:picMkLst>
        </pc:picChg>
        <pc:picChg chg="add mod">
          <ac:chgData name="Edna Aguilar" userId="8630924f-66dc-46c6-af15-f8c6dd608b14" providerId="ADAL" clId="{F47A45B3-BD2E-4767-B11E-E7C7C23D176F}" dt="2025-11-20T23:30:27.424" v="2266" actId="14100"/>
          <ac:picMkLst>
            <pc:docMk/>
            <pc:sldMk cId="533370628" sldId="447"/>
            <ac:picMk id="12" creationId="{5E28A986-5CEA-C42D-D7FF-AB371ACAF181}"/>
          </ac:picMkLst>
        </pc:picChg>
      </pc:sldChg>
      <pc:sldChg chg="addSp delSp modSp mod">
        <pc:chgData name="Edna Aguilar" userId="8630924f-66dc-46c6-af15-f8c6dd608b14" providerId="ADAL" clId="{F47A45B3-BD2E-4767-B11E-E7C7C23D176F}" dt="2025-11-21T00:11:21.618" v="3199" actId="20577"/>
        <pc:sldMkLst>
          <pc:docMk/>
          <pc:sldMk cId="860312268" sldId="448"/>
        </pc:sldMkLst>
        <pc:spChg chg="mod">
          <ac:chgData name="Edna Aguilar" userId="8630924f-66dc-46c6-af15-f8c6dd608b14" providerId="ADAL" clId="{F47A45B3-BD2E-4767-B11E-E7C7C23D176F}" dt="2025-11-21T00:11:19.620" v="3197" actId="20577"/>
          <ac:spMkLst>
            <pc:docMk/>
            <pc:sldMk cId="860312268" sldId="448"/>
            <ac:spMk id="3" creationId="{953F3C06-A730-2F3E-799F-8B8290BB18DB}"/>
          </ac:spMkLst>
        </pc:spChg>
        <pc:spChg chg="mod">
          <ac:chgData name="Edna Aguilar" userId="8630924f-66dc-46c6-af15-f8c6dd608b14" providerId="ADAL" clId="{F47A45B3-BD2E-4767-B11E-E7C7C23D176F}" dt="2025-11-21T00:11:21.618" v="3199" actId="20577"/>
          <ac:spMkLst>
            <pc:docMk/>
            <pc:sldMk cId="860312268" sldId="448"/>
            <ac:spMk id="4" creationId="{525C70D5-5BE8-E6CC-AC8B-C215CAA24916}"/>
          </ac:spMkLst>
        </pc:spChg>
        <pc:grpChg chg="add mod">
          <ac:chgData name="Edna Aguilar" userId="8630924f-66dc-46c6-af15-f8c6dd608b14" providerId="ADAL" clId="{F47A45B3-BD2E-4767-B11E-E7C7C23D176F}" dt="2025-11-20T23:34:38.570" v="2321" actId="1076"/>
          <ac:grpSpMkLst>
            <pc:docMk/>
            <pc:sldMk cId="860312268" sldId="448"/>
            <ac:grpSpMk id="13" creationId="{E0977F19-06D6-F0D3-A3B1-8B5DA2FE61E6}"/>
          </ac:grpSpMkLst>
        </pc:grpChg>
        <pc:picChg chg="add mod">
          <ac:chgData name="Edna Aguilar" userId="8630924f-66dc-46c6-af15-f8c6dd608b14" providerId="ADAL" clId="{F47A45B3-BD2E-4767-B11E-E7C7C23D176F}" dt="2025-11-20T23:35:33.083" v="2348" actId="208"/>
          <ac:picMkLst>
            <pc:docMk/>
            <pc:sldMk cId="860312268" sldId="448"/>
            <ac:picMk id="10" creationId="{C889F51E-1803-2D9B-78D8-93DD3BC37362}"/>
          </ac:picMkLst>
        </pc:picChg>
        <pc:picChg chg="add mod">
          <ac:chgData name="Edna Aguilar" userId="8630924f-66dc-46c6-af15-f8c6dd608b14" providerId="ADAL" clId="{F47A45B3-BD2E-4767-B11E-E7C7C23D176F}" dt="2025-11-20T23:35:33.083" v="2348" actId="208"/>
          <ac:picMkLst>
            <pc:docMk/>
            <pc:sldMk cId="860312268" sldId="448"/>
            <ac:picMk id="12" creationId="{89653EE0-9E97-5D0D-413A-3650C5715103}"/>
          </ac:picMkLst>
        </pc:picChg>
        <pc:picChg chg="add mod">
          <ac:chgData name="Edna Aguilar" userId="8630924f-66dc-46c6-af15-f8c6dd608b14" providerId="ADAL" clId="{F47A45B3-BD2E-4767-B11E-E7C7C23D176F}" dt="2025-11-20T23:37:42.698" v="2355" actId="1076"/>
          <ac:picMkLst>
            <pc:docMk/>
            <pc:sldMk cId="860312268" sldId="448"/>
            <ac:picMk id="15" creationId="{F93EC66C-62C1-5662-8FE5-9D1F3C365E25}"/>
          </ac:picMkLst>
        </pc:picChg>
      </pc:sldChg>
      <pc:sldChg chg="addSp delSp modSp add mod">
        <pc:chgData name="Edna Aguilar" userId="8630924f-66dc-46c6-af15-f8c6dd608b14" providerId="ADAL" clId="{F47A45B3-BD2E-4767-B11E-E7C7C23D176F}" dt="2025-11-21T00:10:26.672" v="3179" actId="20577"/>
        <pc:sldMkLst>
          <pc:docMk/>
          <pc:sldMk cId="4102607638" sldId="450"/>
        </pc:sldMkLst>
        <pc:spChg chg="mod">
          <ac:chgData name="Edna Aguilar" userId="8630924f-66dc-46c6-af15-f8c6dd608b14" providerId="ADAL" clId="{F47A45B3-BD2E-4767-B11E-E7C7C23D176F}" dt="2025-11-21T00:10:22.113" v="3173" actId="20577"/>
          <ac:spMkLst>
            <pc:docMk/>
            <pc:sldMk cId="4102607638" sldId="450"/>
            <ac:spMk id="3" creationId="{0D7D0D45-A175-4002-4248-B98FAB829ADE}"/>
          </ac:spMkLst>
        </pc:spChg>
        <pc:spChg chg="mod ord">
          <ac:chgData name="Edna Aguilar" userId="8630924f-66dc-46c6-af15-f8c6dd608b14" providerId="ADAL" clId="{F47A45B3-BD2E-4767-B11E-E7C7C23D176F}" dt="2025-11-21T00:10:26.672" v="3179" actId="20577"/>
          <ac:spMkLst>
            <pc:docMk/>
            <pc:sldMk cId="4102607638" sldId="450"/>
            <ac:spMk id="6" creationId="{8A081E4E-8036-4F63-DFBB-6C8AED0860A1}"/>
          </ac:spMkLst>
        </pc:spChg>
        <pc:picChg chg="mod">
          <ac:chgData name="Edna Aguilar" userId="8630924f-66dc-46c6-af15-f8c6dd608b14" providerId="ADAL" clId="{F47A45B3-BD2E-4767-B11E-E7C7C23D176F}" dt="2025-11-20T23:13:33.241" v="2118" actId="1035"/>
          <ac:picMkLst>
            <pc:docMk/>
            <pc:sldMk cId="4102607638" sldId="450"/>
            <ac:picMk id="11" creationId="{E27C658A-8273-438D-CDD1-D111AAC36AF0}"/>
          </ac:picMkLst>
        </pc:picChg>
      </pc:sldChg>
      <pc:sldChg chg="addSp delSp modSp add mod">
        <pc:chgData name="Edna Aguilar" userId="8630924f-66dc-46c6-af15-f8c6dd608b14" providerId="ADAL" clId="{F47A45B3-BD2E-4767-B11E-E7C7C23D176F}" dt="2025-11-20T23:50:32.097" v="2622" actId="14100"/>
        <pc:sldMkLst>
          <pc:docMk/>
          <pc:sldMk cId="1517934677" sldId="452"/>
        </pc:sldMkLst>
        <pc:spChg chg="mod">
          <ac:chgData name="Edna Aguilar" userId="8630924f-66dc-46c6-af15-f8c6dd608b14" providerId="ADAL" clId="{F47A45B3-BD2E-4767-B11E-E7C7C23D176F}" dt="2025-11-20T23:50:32.097" v="2622" actId="14100"/>
          <ac:spMkLst>
            <pc:docMk/>
            <pc:sldMk cId="1517934677" sldId="452"/>
            <ac:spMk id="12" creationId="{4F19155B-12AA-3044-58B2-C4C342F4260D}"/>
          </ac:spMkLst>
        </pc:spChg>
      </pc:sldChg>
    </pc:docChg>
  </pc:docChgLst>
  <pc:docChgLst>
    <pc:chgData name="Edna Aguilar" userId="S::edna.aguilar@rsginc.com::8630924f-66dc-46c6-af15-f8c6dd608b14" providerId="AD" clId="Web-{D3AF18B8-49E3-9E0F-99FA-95F883C6CA39}"/>
    <pc:docChg chg="modSld">
      <pc:chgData name="Edna Aguilar" userId="S::edna.aguilar@rsginc.com::8630924f-66dc-46c6-af15-f8c6dd608b14" providerId="AD" clId="Web-{D3AF18B8-49E3-9E0F-99FA-95F883C6CA39}" dt="2025-11-21T00:19:07.513" v="21" actId="20577"/>
      <pc:docMkLst>
        <pc:docMk/>
      </pc:docMkLst>
      <pc:sldChg chg="modSp">
        <pc:chgData name="Edna Aguilar" userId="S::edna.aguilar@rsginc.com::8630924f-66dc-46c6-af15-f8c6dd608b14" providerId="AD" clId="Web-{D3AF18B8-49E3-9E0F-99FA-95F883C6CA39}" dt="2025-11-21T00:18:21.607" v="4" actId="1076"/>
        <pc:sldMkLst>
          <pc:docMk/>
          <pc:sldMk cId="477221729" sldId="440"/>
        </pc:sldMkLst>
        <pc:spChg chg="mod">
          <ac:chgData name="Edna Aguilar" userId="S::edna.aguilar@rsginc.com::8630924f-66dc-46c6-af15-f8c6dd608b14" providerId="AD" clId="Web-{D3AF18B8-49E3-9E0F-99FA-95F883C6CA39}" dt="2025-11-21T00:18:11.153" v="1" actId="20577"/>
          <ac:spMkLst>
            <pc:docMk/>
            <pc:sldMk cId="477221729" sldId="440"/>
            <ac:spMk id="4" creationId="{FCED4F34-6688-6D88-41CC-129BA3C90C9A}"/>
          </ac:spMkLst>
        </pc:spChg>
        <pc:spChg chg="mod">
          <ac:chgData name="Edna Aguilar" userId="S::edna.aguilar@rsginc.com::8630924f-66dc-46c6-af15-f8c6dd608b14" providerId="AD" clId="Web-{D3AF18B8-49E3-9E0F-99FA-95F883C6CA39}" dt="2025-11-21T00:18:21.607" v="4" actId="1076"/>
          <ac:spMkLst>
            <pc:docMk/>
            <pc:sldMk cId="477221729" sldId="440"/>
            <ac:spMk id="5" creationId="{B04D2D6C-6404-D953-DB40-B9778414A002}"/>
          </ac:spMkLst>
        </pc:spChg>
      </pc:sldChg>
    </pc:docChg>
  </pc:docChgLst>
  <pc:docChgLst>
    <pc:chgData name="Edna Aguilar" userId="8630924f-66dc-46c6-af15-f8c6dd608b14" providerId="ADAL" clId="{4D7BB888-9D94-44C0-8CD5-6C82A88B2982}"/>
    <pc:docChg chg="delSld modSld">
      <pc:chgData name="Edna Aguilar" userId="8630924f-66dc-46c6-af15-f8c6dd608b14" providerId="ADAL" clId="{4D7BB888-9D94-44C0-8CD5-6C82A88B2982}" dt="2025-12-15T22:08:59.240" v="247" actId="14100"/>
      <pc:docMkLst>
        <pc:docMk/>
      </pc:docMkLst>
      <pc:sldChg chg="modSp mod">
        <pc:chgData name="Edna Aguilar" userId="8630924f-66dc-46c6-af15-f8c6dd608b14" providerId="ADAL" clId="{4D7BB888-9D94-44C0-8CD5-6C82A88B2982}" dt="2025-12-15T22:05:54.065" v="6" actId="14100"/>
        <pc:sldMkLst>
          <pc:docMk/>
          <pc:sldMk cId="1342543991" sldId="433"/>
        </pc:sldMkLst>
        <pc:spChg chg="mod">
          <ac:chgData name="Edna Aguilar" userId="8630924f-66dc-46c6-af15-f8c6dd608b14" providerId="ADAL" clId="{4D7BB888-9D94-44C0-8CD5-6C82A88B2982}" dt="2025-12-15T22:05:54.065" v="6" actId="14100"/>
          <ac:spMkLst>
            <pc:docMk/>
            <pc:sldMk cId="1342543991" sldId="433"/>
            <ac:spMk id="2" creationId="{E44E40A7-1AD5-2262-9226-A6775334F618}"/>
          </ac:spMkLst>
        </pc:spChg>
      </pc:sldChg>
      <pc:sldChg chg="del">
        <pc:chgData name="Edna Aguilar" userId="8630924f-66dc-46c6-af15-f8c6dd608b14" providerId="ADAL" clId="{4D7BB888-9D94-44C0-8CD5-6C82A88B2982}" dt="2025-12-15T22:05:31.656" v="0" actId="47"/>
        <pc:sldMkLst>
          <pc:docMk/>
          <pc:sldMk cId="1182462183" sldId="446"/>
        </pc:sldMkLst>
      </pc:sldChg>
      <pc:sldChg chg="del">
        <pc:chgData name="Edna Aguilar" userId="8630924f-66dc-46c6-af15-f8c6dd608b14" providerId="ADAL" clId="{4D7BB888-9D94-44C0-8CD5-6C82A88B2982}" dt="2025-12-15T22:05:33.989" v="1" actId="47"/>
        <pc:sldMkLst>
          <pc:docMk/>
          <pc:sldMk cId="480709160" sldId="449"/>
        </pc:sldMkLst>
      </pc:sldChg>
      <pc:sldChg chg="del">
        <pc:chgData name="Edna Aguilar" userId="8630924f-66dc-46c6-af15-f8c6dd608b14" providerId="ADAL" clId="{4D7BB888-9D94-44C0-8CD5-6C82A88B2982}" dt="2025-12-15T22:05:35.065" v="2" actId="47"/>
        <pc:sldMkLst>
          <pc:docMk/>
          <pc:sldMk cId="1112914733" sldId="451"/>
        </pc:sldMkLst>
      </pc:sldChg>
      <pc:sldChg chg="modSp mod">
        <pc:chgData name="Edna Aguilar" userId="8630924f-66dc-46c6-af15-f8c6dd608b14" providerId="ADAL" clId="{4D7BB888-9D94-44C0-8CD5-6C82A88B2982}" dt="2025-12-15T22:08:59.240" v="247" actId="14100"/>
        <pc:sldMkLst>
          <pc:docMk/>
          <pc:sldMk cId="1517934677" sldId="452"/>
        </pc:sldMkLst>
        <pc:spChg chg="mod">
          <ac:chgData name="Edna Aguilar" userId="8630924f-66dc-46c6-af15-f8c6dd608b14" providerId="ADAL" clId="{4D7BB888-9D94-44C0-8CD5-6C82A88B2982}" dt="2025-12-15T22:08:59.240" v="247" actId="14100"/>
          <ac:spMkLst>
            <pc:docMk/>
            <pc:sldMk cId="1517934677" sldId="452"/>
            <ac:spMk id="12" creationId="{4F19155B-12AA-3044-58B2-C4C342F4260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25BB3D4B-E7F6-4A42-853B-40C1A88C262E}" type="datetimeFigureOut">
              <a:rPr lang="en-US" smtClean="0"/>
              <a:t>5/20/2026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577C7C1A-D5B2-4BB7-A8A5-88681A8C6345}" type="slidenum">
              <a:rPr lang="en-US" smtClean="0"/>
              <a:t>‹#›</a:t>
            </a:fld>
            <a:endParaRPr lang="en-US"/>
          </a:p>
        </p:txBody>
      </p:sp>
    </p:spTree>
    <p:extLst>
      <p:ext uri="{BB962C8B-B14F-4D97-AF65-F5344CB8AC3E}">
        <p14:creationId xmlns:p14="http://schemas.microsoft.com/office/powerpoint/2010/main" val="40463649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52686A57-3D42-1746-A4F9-9BA3F9944E9C}" type="datetimeFigureOut">
              <a:rPr lang="en-US" smtClean="0"/>
              <a:t>5/20/2026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3746EF74-4753-DA47-9B34-F93D23E42F59}" type="slidenum">
              <a:rPr lang="en-US" smtClean="0"/>
              <a:t>‹#›</a:t>
            </a:fld>
            <a:endParaRPr lang="en-US"/>
          </a:p>
        </p:txBody>
      </p:sp>
    </p:spTree>
    <p:extLst>
      <p:ext uri="{BB962C8B-B14F-4D97-AF65-F5344CB8AC3E}">
        <p14:creationId xmlns:p14="http://schemas.microsoft.com/office/powerpoint/2010/main" val="98100601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2pt Basic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14" name="Text Placeholder 3">
            <a:extLst>
              <a:ext uri="{FF2B5EF4-FFF2-40B4-BE49-F238E27FC236}">
                <a16:creationId xmlns:a16="http://schemas.microsoft.com/office/drawing/2014/main" id="{4FD03930-7C2A-9009-5994-33385CF405D2}"/>
              </a:ext>
            </a:extLst>
          </p:cNvPr>
          <p:cNvSpPr>
            <a:spLocks noGrp="1"/>
          </p:cNvSpPr>
          <p:nvPr>
            <p:ph type="body" sz="quarter" idx="13"/>
          </p:nvPr>
        </p:nvSpPr>
        <p:spPr>
          <a:xfrm>
            <a:off x="838201" y="1600200"/>
            <a:ext cx="10515600"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marL="548640" indent="0">
              <a:buFontTx/>
              <a:buNone/>
              <a:defRPr sz="1200" i="1">
                <a:solidFill>
                  <a:srgbClr val="48484A"/>
                </a:solidFill>
              </a:defRPr>
            </a:lvl4pPr>
            <a:lvl5pPr>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 / Italics</a:t>
            </a:r>
          </a:p>
          <a:p>
            <a:pPr lvl="4"/>
            <a:r>
              <a:rPr lang="en-US"/>
              <a:t>Fifth Level</a:t>
            </a:r>
          </a:p>
        </p:txBody>
      </p:sp>
    </p:spTree>
    <p:extLst>
      <p:ext uri="{BB962C8B-B14F-4D97-AF65-F5344CB8AC3E}">
        <p14:creationId xmlns:p14="http://schemas.microsoft.com/office/powerpoint/2010/main" val="75022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pt Subtitle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2" name="Text Placeholder 11">
            <a:extLst>
              <a:ext uri="{FF2B5EF4-FFF2-40B4-BE49-F238E27FC236}">
                <a16:creationId xmlns:a16="http://schemas.microsoft.com/office/drawing/2014/main" id="{AF6DE4A8-CBA7-2C23-C96E-E9B4E3CF4DDF}"/>
              </a:ext>
            </a:extLst>
          </p:cNvPr>
          <p:cNvSpPr>
            <a:spLocks noGrp="1"/>
          </p:cNvSpPr>
          <p:nvPr>
            <p:ph type="body" sz="quarter" idx="12" hasCustomPrompt="1"/>
          </p:nvPr>
        </p:nvSpPr>
        <p:spPr>
          <a:xfrm>
            <a:off x="838200" y="1600200"/>
            <a:ext cx="10515600"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4" name="Text Placeholder 3">
            <a:extLst>
              <a:ext uri="{FF2B5EF4-FFF2-40B4-BE49-F238E27FC236}">
                <a16:creationId xmlns:a16="http://schemas.microsoft.com/office/drawing/2014/main" id="{7C815993-257B-ADDB-E1C4-70774D0BAD86}"/>
              </a:ext>
            </a:extLst>
          </p:cNvPr>
          <p:cNvSpPr>
            <a:spLocks noGrp="1"/>
          </p:cNvSpPr>
          <p:nvPr>
            <p:ph type="body" sz="quarter" idx="13"/>
          </p:nvPr>
        </p:nvSpPr>
        <p:spPr>
          <a:xfrm>
            <a:off x="838200" y="2071817"/>
            <a:ext cx="10792883" cy="4095304"/>
          </a:xfrm>
        </p:spPr>
        <p:txBody>
          <a:bodyPr>
            <a:normAutofit/>
          </a:bodyPr>
          <a:lstStyle>
            <a:lvl1pPr>
              <a:lnSpc>
                <a:spcPct val="110000"/>
              </a:lnSpc>
              <a:defRPr sz="1200">
                <a:solidFill>
                  <a:srgbClr val="48484A"/>
                </a:solidFill>
              </a:defRPr>
            </a:lvl1pPr>
            <a:lvl2pPr>
              <a:lnSpc>
                <a:spcPct val="110000"/>
              </a:lnSpc>
              <a:defRPr sz="1200">
                <a:solidFill>
                  <a:srgbClr val="48484A"/>
                </a:solidFill>
              </a:defRPr>
            </a:lvl2pPr>
            <a:lvl3pPr>
              <a:lnSpc>
                <a:spcPct val="110000"/>
              </a:lnSpc>
              <a:defRPr sz="1200">
                <a:solidFill>
                  <a:srgbClr val="48484A"/>
                </a:solidFill>
              </a:defRPr>
            </a:lvl3pPr>
            <a:lvl4pPr>
              <a:lnSpc>
                <a:spcPct val="110000"/>
              </a:lnSpc>
              <a:defRPr sz="1200">
                <a:solidFill>
                  <a:srgbClr val="48484A"/>
                </a:solidFill>
              </a:defRPr>
            </a:lvl4pPr>
            <a:lvl5pPr>
              <a:lnSpc>
                <a:spcPct val="110000"/>
              </a:lnSpc>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50938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2pt 2-Column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5" name="Text Placeholder 11">
            <a:extLst>
              <a:ext uri="{FF2B5EF4-FFF2-40B4-BE49-F238E27FC236}">
                <a16:creationId xmlns:a16="http://schemas.microsoft.com/office/drawing/2014/main" id="{EBB39B8C-F7A7-8AAA-C6C4-553A08CCCBC1}"/>
              </a:ext>
            </a:extLst>
          </p:cNvPr>
          <p:cNvSpPr>
            <a:spLocks noGrp="1"/>
          </p:cNvSpPr>
          <p:nvPr>
            <p:ph type="body" sz="quarter" idx="12" hasCustomPrompt="1"/>
          </p:nvPr>
        </p:nvSpPr>
        <p:spPr>
          <a:xfrm>
            <a:off x="838200" y="1600200"/>
            <a:ext cx="5010665"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6" name="Text Placeholder 3">
            <a:extLst>
              <a:ext uri="{FF2B5EF4-FFF2-40B4-BE49-F238E27FC236}">
                <a16:creationId xmlns:a16="http://schemas.microsoft.com/office/drawing/2014/main" id="{4BCFBF2D-60AE-27A6-504C-FC7E0FB01581}"/>
              </a:ext>
            </a:extLst>
          </p:cNvPr>
          <p:cNvSpPr>
            <a:spLocks noGrp="1"/>
          </p:cNvSpPr>
          <p:nvPr>
            <p:ph type="body" sz="quarter" idx="13"/>
          </p:nvPr>
        </p:nvSpPr>
        <p:spPr>
          <a:xfrm>
            <a:off x="838200" y="2071816"/>
            <a:ext cx="5010665"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11">
            <a:extLst>
              <a:ext uri="{FF2B5EF4-FFF2-40B4-BE49-F238E27FC236}">
                <a16:creationId xmlns:a16="http://schemas.microsoft.com/office/drawing/2014/main" id="{67BF2504-E35D-7378-6079-6946BF34B8DA}"/>
              </a:ext>
            </a:extLst>
          </p:cNvPr>
          <p:cNvSpPr>
            <a:spLocks noGrp="1"/>
          </p:cNvSpPr>
          <p:nvPr>
            <p:ph type="body" sz="quarter" idx="14" hasCustomPrompt="1"/>
          </p:nvPr>
        </p:nvSpPr>
        <p:spPr>
          <a:xfrm>
            <a:off x="6349314" y="1600200"/>
            <a:ext cx="5010665"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9" name="Text Placeholder 3">
            <a:extLst>
              <a:ext uri="{FF2B5EF4-FFF2-40B4-BE49-F238E27FC236}">
                <a16:creationId xmlns:a16="http://schemas.microsoft.com/office/drawing/2014/main" id="{AE2B4A14-3BDA-F5BC-D838-81FCC54A9984}"/>
              </a:ext>
            </a:extLst>
          </p:cNvPr>
          <p:cNvSpPr>
            <a:spLocks noGrp="1"/>
          </p:cNvSpPr>
          <p:nvPr>
            <p:ph type="body" sz="quarter" idx="15"/>
          </p:nvPr>
        </p:nvSpPr>
        <p:spPr>
          <a:xfrm>
            <a:off x="6349314" y="2071816"/>
            <a:ext cx="5010665"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78144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2pt 3-Column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19" name="Text Placeholder 11">
            <a:extLst>
              <a:ext uri="{FF2B5EF4-FFF2-40B4-BE49-F238E27FC236}">
                <a16:creationId xmlns:a16="http://schemas.microsoft.com/office/drawing/2014/main" id="{2D266CA9-5690-8043-4F89-8752250B529D}"/>
              </a:ext>
            </a:extLst>
          </p:cNvPr>
          <p:cNvSpPr>
            <a:spLocks noGrp="1"/>
          </p:cNvSpPr>
          <p:nvPr>
            <p:ph type="body" sz="quarter" idx="12" hasCustomPrompt="1"/>
          </p:nvPr>
        </p:nvSpPr>
        <p:spPr>
          <a:xfrm>
            <a:off x="838201"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20" name="Text Placeholder 3">
            <a:extLst>
              <a:ext uri="{FF2B5EF4-FFF2-40B4-BE49-F238E27FC236}">
                <a16:creationId xmlns:a16="http://schemas.microsoft.com/office/drawing/2014/main" id="{B7F9302E-BEEA-A043-6F4C-7A575B6FB367}"/>
              </a:ext>
            </a:extLst>
          </p:cNvPr>
          <p:cNvSpPr>
            <a:spLocks noGrp="1"/>
          </p:cNvSpPr>
          <p:nvPr>
            <p:ph type="body" sz="quarter" idx="21"/>
          </p:nvPr>
        </p:nvSpPr>
        <p:spPr>
          <a:xfrm>
            <a:off x="838201" y="2071816"/>
            <a:ext cx="3305432"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D9BCD840-4DCF-64C0-9819-ED77A4959B93}"/>
              </a:ext>
            </a:extLst>
          </p:cNvPr>
          <p:cNvSpPr>
            <a:spLocks noGrp="1"/>
          </p:cNvSpPr>
          <p:nvPr>
            <p:ph type="body" sz="quarter" idx="22" hasCustomPrompt="1"/>
          </p:nvPr>
        </p:nvSpPr>
        <p:spPr>
          <a:xfrm>
            <a:off x="4444314"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22" name="Text Placeholder 3">
            <a:extLst>
              <a:ext uri="{FF2B5EF4-FFF2-40B4-BE49-F238E27FC236}">
                <a16:creationId xmlns:a16="http://schemas.microsoft.com/office/drawing/2014/main" id="{50D38169-CA48-C159-F11A-EE6F243C88BC}"/>
              </a:ext>
            </a:extLst>
          </p:cNvPr>
          <p:cNvSpPr>
            <a:spLocks noGrp="1"/>
          </p:cNvSpPr>
          <p:nvPr>
            <p:ph type="body" sz="quarter" idx="23"/>
          </p:nvPr>
        </p:nvSpPr>
        <p:spPr>
          <a:xfrm>
            <a:off x="4444314" y="2071816"/>
            <a:ext cx="3305432"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C15ECCDE-F430-41CA-75D0-3EDE0C96365F}"/>
              </a:ext>
            </a:extLst>
          </p:cNvPr>
          <p:cNvSpPr>
            <a:spLocks noGrp="1"/>
          </p:cNvSpPr>
          <p:nvPr>
            <p:ph type="body" sz="quarter" idx="24" hasCustomPrompt="1"/>
          </p:nvPr>
        </p:nvSpPr>
        <p:spPr>
          <a:xfrm>
            <a:off x="8050428"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24" name="Text Placeholder 3">
            <a:extLst>
              <a:ext uri="{FF2B5EF4-FFF2-40B4-BE49-F238E27FC236}">
                <a16:creationId xmlns:a16="http://schemas.microsoft.com/office/drawing/2014/main" id="{917693F9-CC60-88A6-22DF-0A231A98EB82}"/>
              </a:ext>
            </a:extLst>
          </p:cNvPr>
          <p:cNvSpPr>
            <a:spLocks noGrp="1"/>
          </p:cNvSpPr>
          <p:nvPr>
            <p:ph type="body" sz="quarter" idx="25"/>
          </p:nvPr>
        </p:nvSpPr>
        <p:spPr>
          <a:xfrm>
            <a:off x="8050428" y="2071816"/>
            <a:ext cx="3305432"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14309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8pt Basic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14" name="Text Placeholder 3">
            <a:extLst>
              <a:ext uri="{FF2B5EF4-FFF2-40B4-BE49-F238E27FC236}">
                <a16:creationId xmlns:a16="http://schemas.microsoft.com/office/drawing/2014/main" id="{4FD03930-7C2A-9009-5994-33385CF405D2}"/>
              </a:ext>
            </a:extLst>
          </p:cNvPr>
          <p:cNvSpPr>
            <a:spLocks noGrp="1"/>
          </p:cNvSpPr>
          <p:nvPr>
            <p:ph type="body" sz="quarter" idx="13"/>
          </p:nvPr>
        </p:nvSpPr>
        <p:spPr>
          <a:xfrm>
            <a:off x="838201" y="1600200"/>
            <a:ext cx="10515600" cy="4370387"/>
          </a:xfrm>
        </p:spPr>
        <p:txBody>
          <a:bodyPr>
            <a:normAutofit/>
          </a:bodyPr>
          <a:lstStyle>
            <a:lvl1pPr>
              <a:lnSpc>
                <a:spcPct val="110000"/>
              </a:lnSpc>
              <a:defRPr sz="1800">
                <a:solidFill>
                  <a:srgbClr val="48484A"/>
                </a:solidFill>
              </a:defRPr>
            </a:lvl1pPr>
            <a:lvl2pPr>
              <a:lnSpc>
                <a:spcPct val="110000"/>
              </a:lnSpc>
              <a:defRPr sz="1800">
                <a:solidFill>
                  <a:srgbClr val="48484A"/>
                </a:solidFill>
              </a:defRPr>
            </a:lvl2pPr>
            <a:lvl3pPr>
              <a:lnSpc>
                <a:spcPct val="110000"/>
              </a:lnSpc>
              <a:defRPr sz="1800">
                <a:solidFill>
                  <a:srgbClr val="48484A"/>
                </a:solidFill>
              </a:defRPr>
            </a:lvl3pPr>
            <a:lvl4pPr marL="548640" indent="0">
              <a:lnSpc>
                <a:spcPct val="110000"/>
              </a:lnSpc>
              <a:buFontTx/>
              <a:buNone/>
              <a:defRPr sz="1800" i="1">
                <a:solidFill>
                  <a:srgbClr val="48484A"/>
                </a:solidFill>
              </a:defRPr>
            </a:lvl4pPr>
            <a:lvl5pPr>
              <a:lnSpc>
                <a:spcPct val="110000"/>
              </a:lnSpc>
              <a:defRPr sz="18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 / Italics</a:t>
            </a:r>
          </a:p>
          <a:p>
            <a:pPr lvl="4"/>
            <a:r>
              <a:rPr lang="en-US"/>
              <a:t>Fifth Level</a:t>
            </a:r>
          </a:p>
        </p:txBody>
      </p:sp>
    </p:spTree>
    <p:extLst>
      <p:ext uri="{BB962C8B-B14F-4D97-AF65-F5344CB8AC3E}">
        <p14:creationId xmlns:p14="http://schemas.microsoft.com/office/powerpoint/2010/main" val="2306751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8pt Subtitle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2" name="Text Placeholder 11">
            <a:extLst>
              <a:ext uri="{FF2B5EF4-FFF2-40B4-BE49-F238E27FC236}">
                <a16:creationId xmlns:a16="http://schemas.microsoft.com/office/drawing/2014/main" id="{AF6DE4A8-CBA7-2C23-C96E-E9B4E3CF4DDF}"/>
              </a:ext>
            </a:extLst>
          </p:cNvPr>
          <p:cNvSpPr>
            <a:spLocks noGrp="1"/>
          </p:cNvSpPr>
          <p:nvPr>
            <p:ph type="body" sz="quarter" idx="12" hasCustomPrompt="1"/>
          </p:nvPr>
        </p:nvSpPr>
        <p:spPr>
          <a:xfrm>
            <a:off x="838200" y="1600200"/>
            <a:ext cx="10515600" cy="400110"/>
          </a:xfrm>
        </p:spPr>
        <p:txBody>
          <a:bodyPr wrap="square">
            <a:spAutoFit/>
          </a:bodyPr>
          <a:lstStyle>
            <a:lvl1pPr marL="0" indent="0">
              <a:lnSpc>
                <a:spcPct val="100000"/>
              </a:lnSpc>
              <a:buFontTx/>
              <a:buNone/>
              <a:defRPr sz="20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4" name="Text Placeholder 3">
            <a:extLst>
              <a:ext uri="{FF2B5EF4-FFF2-40B4-BE49-F238E27FC236}">
                <a16:creationId xmlns:a16="http://schemas.microsoft.com/office/drawing/2014/main" id="{7C815993-257B-ADDB-E1C4-70774D0BAD86}"/>
              </a:ext>
            </a:extLst>
          </p:cNvPr>
          <p:cNvSpPr>
            <a:spLocks noGrp="1"/>
          </p:cNvSpPr>
          <p:nvPr>
            <p:ph type="body" sz="quarter" idx="13"/>
          </p:nvPr>
        </p:nvSpPr>
        <p:spPr>
          <a:xfrm>
            <a:off x="838200" y="2071817"/>
            <a:ext cx="10792883" cy="4095304"/>
          </a:xfrm>
        </p:spPr>
        <p:txBody>
          <a:bodyPr>
            <a:normAutofit/>
          </a:bodyPr>
          <a:lstStyle>
            <a:lvl1pPr>
              <a:lnSpc>
                <a:spcPct val="110000"/>
              </a:lnSpc>
              <a:defRPr sz="1800">
                <a:solidFill>
                  <a:srgbClr val="48484A"/>
                </a:solidFill>
              </a:defRPr>
            </a:lvl1pPr>
            <a:lvl2pPr>
              <a:lnSpc>
                <a:spcPct val="110000"/>
              </a:lnSpc>
              <a:defRPr sz="1800">
                <a:solidFill>
                  <a:srgbClr val="48484A"/>
                </a:solidFill>
              </a:defRPr>
            </a:lvl2pPr>
            <a:lvl3pPr>
              <a:lnSpc>
                <a:spcPct val="110000"/>
              </a:lnSpc>
              <a:defRPr sz="1800">
                <a:solidFill>
                  <a:srgbClr val="48484A"/>
                </a:solidFill>
              </a:defRPr>
            </a:lvl3pPr>
            <a:lvl4pPr>
              <a:lnSpc>
                <a:spcPct val="110000"/>
              </a:lnSpc>
              <a:defRPr sz="1800">
                <a:solidFill>
                  <a:srgbClr val="48484A"/>
                </a:solidFill>
              </a:defRPr>
            </a:lvl4pPr>
            <a:lvl5pPr>
              <a:lnSpc>
                <a:spcPct val="110000"/>
              </a:lnSpc>
              <a:defRPr sz="18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16936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8pt 2-Column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5" name="Text Placeholder 11">
            <a:extLst>
              <a:ext uri="{FF2B5EF4-FFF2-40B4-BE49-F238E27FC236}">
                <a16:creationId xmlns:a16="http://schemas.microsoft.com/office/drawing/2014/main" id="{EBB39B8C-F7A7-8AAA-C6C4-553A08CCCBC1}"/>
              </a:ext>
            </a:extLst>
          </p:cNvPr>
          <p:cNvSpPr>
            <a:spLocks noGrp="1"/>
          </p:cNvSpPr>
          <p:nvPr>
            <p:ph type="body" sz="quarter" idx="12" hasCustomPrompt="1"/>
          </p:nvPr>
        </p:nvSpPr>
        <p:spPr>
          <a:xfrm>
            <a:off x="838200" y="1600200"/>
            <a:ext cx="5010665" cy="400110"/>
          </a:xfrm>
        </p:spPr>
        <p:txBody>
          <a:bodyPr wrap="square">
            <a:spAutoFit/>
          </a:bodyPr>
          <a:lstStyle>
            <a:lvl1pPr marL="0" indent="0">
              <a:lnSpc>
                <a:spcPct val="100000"/>
              </a:lnSpc>
              <a:buFontTx/>
              <a:buNone/>
              <a:defRPr sz="20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6" name="Text Placeholder 3">
            <a:extLst>
              <a:ext uri="{FF2B5EF4-FFF2-40B4-BE49-F238E27FC236}">
                <a16:creationId xmlns:a16="http://schemas.microsoft.com/office/drawing/2014/main" id="{4BCFBF2D-60AE-27A6-504C-FC7E0FB01581}"/>
              </a:ext>
            </a:extLst>
          </p:cNvPr>
          <p:cNvSpPr>
            <a:spLocks noGrp="1"/>
          </p:cNvSpPr>
          <p:nvPr>
            <p:ph type="body" sz="quarter" idx="13"/>
          </p:nvPr>
        </p:nvSpPr>
        <p:spPr>
          <a:xfrm>
            <a:off x="838200" y="2071816"/>
            <a:ext cx="5010665" cy="4370387"/>
          </a:xfrm>
        </p:spPr>
        <p:txBody>
          <a:bodyPr>
            <a:normAutofit/>
          </a:bodyPr>
          <a:lstStyle>
            <a:lvl1pPr>
              <a:lnSpc>
                <a:spcPct val="110000"/>
              </a:lnSpc>
              <a:defRPr sz="1800">
                <a:solidFill>
                  <a:srgbClr val="48484A"/>
                </a:solidFill>
              </a:defRPr>
            </a:lvl1pPr>
            <a:lvl2pPr>
              <a:lnSpc>
                <a:spcPct val="110000"/>
              </a:lnSpc>
              <a:defRPr sz="1800">
                <a:solidFill>
                  <a:srgbClr val="48484A"/>
                </a:solidFill>
              </a:defRPr>
            </a:lvl2pPr>
            <a:lvl3pPr>
              <a:lnSpc>
                <a:spcPct val="110000"/>
              </a:lnSpc>
              <a:defRPr sz="1800">
                <a:solidFill>
                  <a:srgbClr val="48484A"/>
                </a:solidFill>
              </a:defRPr>
            </a:lvl3pPr>
            <a:lvl4pPr>
              <a:lnSpc>
                <a:spcPct val="110000"/>
              </a:lnSpc>
              <a:defRPr sz="1800">
                <a:solidFill>
                  <a:srgbClr val="48484A"/>
                </a:solidFill>
              </a:defRPr>
            </a:lvl4pPr>
            <a:lvl5pPr>
              <a:lnSpc>
                <a:spcPct val="110000"/>
              </a:lnSpc>
              <a:defRPr sz="18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11">
            <a:extLst>
              <a:ext uri="{FF2B5EF4-FFF2-40B4-BE49-F238E27FC236}">
                <a16:creationId xmlns:a16="http://schemas.microsoft.com/office/drawing/2014/main" id="{67BF2504-E35D-7378-6079-6946BF34B8DA}"/>
              </a:ext>
            </a:extLst>
          </p:cNvPr>
          <p:cNvSpPr>
            <a:spLocks noGrp="1"/>
          </p:cNvSpPr>
          <p:nvPr>
            <p:ph type="body" sz="quarter" idx="14" hasCustomPrompt="1"/>
          </p:nvPr>
        </p:nvSpPr>
        <p:spPr>
          <a:xfrm>
            <a:off x="6349314" y="1600200"/>
            <a:ext cx="5010665" cy="400110"/>
          </a:xfrm>
        </p:spPr>
        <p:txBody>
          <a:bodyPr wrap="square">
            <a:spAutoFit/>
          </a:bodyPr>
          <a:lstStyle>
            <a:lvl1pPr marL="0" indent="0">
              <a:lnSpc>
                <a:spcPct val="100000"/>
              </a:lnSpc>
              <a:buFontTx/>
              <a:buNone/>
              <a:defRPr sz="20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9" name="Text Placeholder 3">
            <a:extLst>
              <a:ext uri="{FF2B5EF4-FFF2-40B4-BE49-F238E27FC236}">
                <a16:creationId xmlns:a16="http://schemas.microsoft.com/office/drawing/2014/main" id="{AE2B4A14-3BDA-F5BC-D838-81FCC54A9984}"/>
              </a:ext>
            </a:extLst>
          </p:cNvPr>
          <p:cNvSpPr>
            <a:spLocks noGrp="1"/>
          </p:cNvSpPr>
          <p:nvPr>
            <p:ph type="body" sz="quarter" idx="15"/>
          </p:nvPr>
        </p:nvSpPr>
        <p:spPr>
          <a:xfrm>
            <a:off x="6349314" y="2071816"/>
            <a:ext cx="5010665" cy="4370387"/>
          </a:xfrm>
        </p:spPr>
        <p:txBody>
          <a:bodyPr>
            <a:normAutofit/>
          </a:bodyPr>
          <a:lstStyle>
            <a:lvl1pPr>
              <a:lnSpc>
                <a:spcPct val="110000"/>
              </a:lnSpc>
              <a:defRPr sz="1800">
                <a:solidFill>
                  <a:srgbClr val="48484A"/>
                </a:solidFill>
              </a:defRPr>
            </a:lvl1pPr>
            <a:lvl2pPr>
              <a:lnSpc>
                <a:spcPct val="110000"/>
              </a:lnSpc>
              <a:defRPr sz="1800">
                <a:solidFill>
                  <a:srgbClr val="48484A"/>
                </a:solidFill>
              </a:defRPr>
            </a:lvl2pPr>
            <a:lvl3pPr>
              <a:lnSpc>
                <a:spcPct val="110000"/>
              </a:lnSpc>
              <a:defRPr sz="1800">
                <a:solidFill>
                  <a:srgbClr val="48484A"/>
                </a:solidFill>
              </a:defRPr>
            </a:lvl3pPr>
            <a:lvl4pPr>
              <a:lnSpc>
                <a:spcPct val="110000"/>
              </a:lnSpc>
              <a:defRPr sz="1800">
                <a:solidFill>
                  <a:srgbClr val="48484A"/>
                </a:solidFill>
              </a:defRPr>
            </a:lvl4pPr>
            <a:lvl5pPr>
              <a:lnSpc>
                <a:spcPct val="110000"/>
              </a:lnSpc>
              <a:defRPr sz="18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07985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pt Bol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14" name="Text Placeholder 3">
            <a:extLst>
              <a:ext uri="{FF2B5EF4-FFF2-40B4-BE49-F238E27FC236}">
                <a16:creationId xmlns:a16="http://schemas.microsoft.com/office/drawing/2014/main" id="{4FD03930-7C2A-9009-5994-33385CF405D2}"/>
              </a:ext>
            </a:extLst>
          </p:cNvPr>
          <p:cNvSpPr>
            <a:spLocks noGrp="1"/>
          </p:cNvSpPr>
          <p:nvPr>
            <p:ph type="body" sz="quarter" idx="13"/>
          </p:nvPr>
        </p:nvSpPr>
        <p:spPr>
          <a:xfrm>
            <a:off x="838201" y="1600200"/>
            <a:ext cx="10515600" cy="1480277"/>
          </a:xfrm>
        </p:spPr>
        <p:txBody>
          <a:bodyPr>
            <a:spAutoFit/>
          </a:bodyPr>
          <a:lstStyle>
            <a:lvl1pPr marL="171450" indent="-171450" fontAlgn="ctr">
              <a:buClr>
                <a:srgbClr val="EC8B1F"/>
              </a:buClr>
              <a:buSzPct val="250000"/>
              <a:buFont typeface="Arial" panose="020B0604020202020204" pitchFamily="34" charset="0"/>
              <a:buChar char="•"/>
              <a:defRPr sz="1200" b="1">
                <a:solidFill>
                  <a:srgbClr val="48484A"/>
                </a:solidFill>
              </a:defRPr>
            </a:lvl1pPr>
            <a:lvl2pPr>
              <a:buClr>
                <a:srgbClr val="EC8B1F"/>
              </a:buClr>
              <a:buSzPct val="125000"/>
              <a:defRPr sz="1200" b="1">
                <a:solidFill>
                  <a:srgbClr val="48484A"/>
                </a:solidFill>
              </a:defRPr>
            </a:lvl2pPr>
            <a:lvl3pPr>
              <a:buClr>
                <a:srgbClr val="EC8B1F"/>
              </a:buClr>
              <a:buSzPct val="125000"/>
              <a:defRPr sz="1200" b="1">
                <a:solidFill>
                  <a:srgbClr val="48484A"/>
                </a:solidFill>
              </a:defRPr>
            </a:lvl3pPr>
            <a:lvl4pPr marL="548640" indent="0">
              <a:buFontTx/>
              <a:buNone/>
              <a:defRPr sz="1200" b="1" i="1">
                <a:solidFill>
                  <a:srgbClr val="48484A"/>
                </a:solidFill>
              </a:defRPr>
            </a:lvl4pPr>
            <a:lvl5pPr>
              <a:buClr>
                <a:srgbClr val="EC8B1F"/>
              </a:buClr>
              <a:buSzPct val="125000"/>
              <a:defRPr sz="1200" b="1">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58999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pt Subtitled Bol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2" name="Text Placeholder 11">
            <a:extLst>
              <a:ext uri="{FF2B5EF4-FFF2-40B4-BE49-F238E27FC236}">
                <a16:creationId xmlns:a16="http://schemas.microsoft.com/office/drawing/2014/main" id="{AF6DE4A8-CBA7-2C23-C96E-E9B4E3CF4DDF}"/>
              </a:ext>
            </a:extLst>
          </p:cNvPr>
          <p:cNvSpPr>
            <a:spLocks noGrp="1"/>
          </p:cNvSpPr>
          <p:nvPr>
            <p:ph type="body" sz="quarter" idx="12" hasCustomPrompt="1"/>
          </p:nvPr>
        </p:nvSpPr>
        <p:spPr>
          <a:xfrm>
            <a:off x="838200" y="1600200"/>
            <a:ext cx="10515600"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4" name="Text Placeholder 3">
            <a:extLst>
              <a:ext uri="{FF2B5EF4-FFF2-40B4-BE49-F238E27FC236}">
                <a16:creationId xmlns:a16="http://schemas.microsoft.com/office/drawing/2014/main" id="{7C815993-257B-ADDB-E1C4-70774D0BAD86}"/>
              </a:ext>
            </a:extLst>
          </p:cNvPr>
          <p:cNvSpPr>
            <a:spLocks noGrp="1"/>
          </p:cNvSpPr>
          <p:nvPr>
            <p:ph type="body" sz="quarter" idx="13"/>
          </p:nvPr>
        </p:nvSpPr>
        <p:spPr>
          <a:xfrm>
            <a:off x="838200" y="2071817"/>
            <a:ext cx="10792883" cy="1480277"/>
          </a:xfrm>
        </p:spPr>
        <p:txBody>
          <a:bodyPr>
            <a:sp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36674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pt 2-Column Bol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5" name="Text Placeholder 11">
            <a:extLst>
              <a:ext uri="{FF2B5EF4-FFF2-40B4-BE49-F238E27FC236}">
                <a16:creationId xmlns:a16="http://schemas.microsoft.com/office/drawing/2014/main" id="{EBB39B8C-F7A7-8AAA-C6C4-553A08CCCBC1}"/>
              </a:ext>
            </a:extLst>
          </p:cNvPr>
          <p:cNvSpPr>
            <a:spLocks noGrp="1"/>
          </p:cNvSpPr>
          <p:nvPr>
            <p:ph type="body" sz="quarter" idx="12" hasCustomPrompt="1"/>
          </p:nvPr>
        </p:nvSpPr>
        <p:spPr>
          <a:xfrm>
            <a:off x="838200" y="1600200"/>
            <a:ext cx="5010665"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6" name="Text Placeholder 3">
            <a:extLst>
              <a:ext uri="{FF2B5EF4-FFF2-40B4-BE49-F238E27FC236}">
                <a16:creationId xmlns:a16="http://schemas.microsoft.com/office/drawing/2014/main" id="{4BCFBF2D-60AE-27A6-504C-FC7E0FB01581}"/>
              </a:ext>
            </a:extLst>
          </p:cNvPr>
          <p:cNvSpPr>
            <a:spLocks noGrp="1"/>
          </p:cNvSpPr>
          <p:nvPr>
            <p:ph type="body" sz="quarter" idx="13"/>
          </p:nvPr>
        </p:nvSpPr>
        <p:spPr>
          <a:xfrm>
            <a:off x="838200" y="2071817"/>
            <a:ext cx="5010665" cy="1480277"/>
          </a:xfrm>
        </p:spPr>
        <p:txBody>
          <a:bodyPr>
            <a:spAutoFit/>
          </a:bodyPr>
          <a:lstStyle>
            <a:lvl1pPr marL="182880">
              <a:defRPr sz="1200">
                <a:solidFill>
                  <a:srgbClr val="48484A"/>
                </a:solidFill>
              </a:defRPr>
            </a:lvl1pPr>
            <a:lvl2pPr marL="365760" indent="-182880">
              <a:buFont typeface="System Font Regular"/>
              <a:buChar char="–"/>
              <a:defRPr sz="1200">
                <a:solidFill>
                  <a:srgbClr val="48484A"/>
                </a:solidFill>
              </a:defRPr>
            </a:lvl2pPr>
            <a:lvl3pPr>
              <a:defRPr sz="1200">
                <a:solidFill>
                  <a:srgbClr val="48484A"/>
                </a:solidFill>
              </a:defRPr>
            </a:lvl3pPr>
            <a:lvl4pPr>
              <a:defRPr sz="1200">
                <a:solidFill>
                  <a:srgbClr val="48484A"/>
                </a:solidFill>
              </a:defRPr>
            </a:lvl4pPr>
            <a:lvl5pPr marL="731520" indent="-182880">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11">
            <a:extLst>
              <a:ext uri="{FF2B5EF4-FFF2-40B4-BE49-F238E27FC236}">
                <a16:creationId xmlns:a16="http://schemas.microsoft.com/office/drawing/2014/main" id="{67BF2504-E35D-7378-6079-6946BF34B8DA}"/>
              </a:ext>
            </a:extLst>
          </p:cNvPr>
          <p:cNvSpPr>
            <a:spLocks noGrp="1"/>
          </p:cNvSpPr>
          <p:nvPr>
            <p:ph type="body" sz="quarter" idx="14" hasCustomPrompt="1"/>
          </p:nvPr>
        </p:nvSpPr>
        <p:spPr>
          <a:xfrm>
            <a:off x="6349314" y="1600200"/>
            <a:ext cx="5010665"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9" name="Text Placeholder 3">
            <a:extLst>
              <a:ext uri="{FF2B5EF4-FFF2-40B4-BE49-F238E27FC236}">
                <a16:creationId xmlns:a16="http://schemas.microsoft.com/office/drawing/2014/main" id="{AE2B4A14-3BDA-F5BC-D838-81FCC54A9984}"/>
              </a:ext>
            </a:extLst>
          </p:cNvPr>
          <p:cNvSpPr>
            <a:spLocks noGrp="1"/>
          </p:cNvSpPr>
          <p:nvPr>
            <p:ph type="body" sz="quarter" idx="15"/>
          </p:nvPr>
        </p:nvSpPr>
        <p:spPr>
          <a:xfrm>
            <a:off x="6349314" y="2071817"/>
            <a:ext cx="5010665" cy="1480277"/>
          </a:xfrm>
        </p:spPr>
        <p:txBody>
          <a:bodyPr>
            <a:spAutoFit/>
          </a:bodyPr>
          <a:lstStyle>
            <a:lvl1pPr marL="182880">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88355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pt 3-Column Bol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19" name="Text Placeholder 11">
            <a:extLst>
              <a:ext uri="{FF2B5EF4-FFF2-40B4-BE49-F238E27FC236}">
                <a16:creationId xmlns:a16="http://schemas.microsoft.com/office/drawing/2014/main" id="{2D266CA9-5690-8043-4F89-8752250B529D}"/>
              </a:ext>
            </a:extLst>
          </p:cNvPr>
          <p:cNvSpPr>
            <a:spLocks noGrp="1"/>
          </p:cNvSpPr>
          <p:nvPr>
            <p:ph type="body" sz="quarter" idx="12" hasCustomPrompt="1"/>
          </p:nvPr>
        </p:nvSpPr>
        <p:spPr>
          <a:xfrm>
            <a:off x="838201"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20" name="Text Placeholder 3">
            <a:extLst>
              <a:ext uri="{FF2B5EF4-FFF2-40B4-BE49-F238E27FC236}">
                <a16:creationId xmlns:a16="http://schemas.microsoft.com/office/drawing/2014/main" id="{B7F9302E-BEEA-A043-6F4C-7A575B6FB367}"/>
              </a:ext>
            </a:extLst>
          </p:cNvPr>
          <p:cNvSpPr>
            <a:spLocks noGrp="1"/>
          </p:cNvSpPr>
          <p:nvPr>
            <p:ph type="body" sz="quarter" idx="21"/>
          </p:nvPr>
        </p:nvSpPr>
        <p:spPr>
          <a:xfrm>
            <a:off x="838201" y="2071817"/>
            <a:ext cx="3305432" cy="1480277"/>
          </a:xfrm>
        </p:spPr>
        <p:txBody>
          <a:bodyPr>
            <a:sp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D9BCD840-4DCF-64C0-9819-ED77A4959B93}"/>
              </a:ext>
            </a:extLst>
          </p:cNvPr>
          <p:cNvSpPr>
            <a:spLocks noGrp="1"/>
          </p:cNvSpPr>
          <p:nvPr>
            <p:ph type="body" sz="quarter" idx="22" hasCustomPrompt="1"/>
          </p:nvPr>
        </p:nvSpPr>
        <p:spPr>
          <a:xfrm>
            <a:off x="4444314"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22" name="Text Placeholder 3">
            <a:extLst>
              <a:ext uri="{FF2B5EF4-FFF2-40B4-BE49-F238E27FC236}">
                <a16:creationId xmlns:a16="http://schemas.microsoft.com/office/drawing/2014/main" id="{50D38169-CA48-C159-F11A-EE6F243C88BC}"/>
              </a:ext>
            </a:extLst>
          </p:cNvPr>
          <p:cNvSpPr>
            <a:spLocks noGrp="1"/>
          </p:cNvSpPr>
          <p:nvPr>
            <p:ph type="body" sz="quarter" idx="23"/>
          </p:nvPr>
        </p:nvSpPr>
        <p:spPr>
          <a:xfrm>
            <a:off x="4444314" y="2071817"/>
            <a:ext cx="3305432" cy="1480277"/>
          </a:xfrm>
        </p:spPr>
        <p:txBody>
          <a:bodyPr>
            <a:sp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C15ECCDE-F430-41CA-75D0-3EDE0C96365F}"/>
              </a:ext>
            </a:extLst>
          </p:cNvPr>
          <p:cNvSpPr>
            <a:spLocks noGrp="1"/>
          </p:cNvSpPr>
          <p:nvPr>
            <p:ph type="body" sz="quarter" idx="24" hasCustomPrompt="1"/>
          </p:nvPr>
        </p:nvSpPr>
        <p:spPr>
          <a:xfrm>
            <a:off x="8050428"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24" name="Text Placeholder 3">
            <a:extLst>
              <a:ext uri="{FF2B5EF4-FFF2-40B4-BE49-F238E27FC236}">
                <a16:creationId xmlns:a16="http://schemas.microsoft.com/office/drawing/2014/main" id="{917693F9-CC60-88A6-22DF-0A231A98EB82}"/>
              </a:ext>
            </a:extLst>
          </p:cNvPr>
          <p:cNvSpPr>
            <a:spLocks noGrp="1"/>
          </p:cNvSpPr>
          <p:nvPr>
            <p:ph type="body" sz="quarter" idx="25"/>
          </p:nvPr>
        </p:nvSpPr>
        <p:spPr>
          <a:xfrm>
            <a:off x="8050428" y="2071817"/>
            <a:ext cx="3305432" cy="1480277"/>
          </a:xfrm>
        </p:spPr>
        <p:txBody>
          <a:bodyPr>
            <a:sp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01908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8pt Bol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14" name="Text Placeholder 3">
            <a:extLst>
              <a:ext uri="{FF2B5EF4-FFF2-40B4-BE49-F238E27FC236}">
                <a16:creationId xmlns:a16="http://schemas.microsoft.com/office/drawing/2014/main" id="{4FD03930-7C2A-9009-5994-33385CF405D2}"/>
              </a:ext>
            </a:extLst>
          </p:cNvPr>
          <p:cNvSpPr>
            <a:spLocks noGrp="1"/>
          </p:cNvSpPr>
          <p:nvPr>
            <p:ph type="body" sz="quarter" idx="13"/>
          </p:nvPr>
        </p:nvSpPr>
        <p:spPr>
          <a:xfrm>
            <a:off x="838201" y="1600200"/>
            <a:ext cx="10515600" cy="1848711"/>
          </a:xfrm>
        </p:spPr>
        <p:txBody>
          <a:bodyPr>
            <a:spAutoFit/>
          </a:bodyPr>
          <a:lstStyle>
            <a:lvl1pPr marL="274320" indent="-274320" fontAlgn="ctr">
              <a:lnSpc>
                <a:spcPct val="110000"/>
              </a:lnSpc>
              <a:buClr>
                <a:srgbClr val="EC8B1F"/>
              </a:buClr>
              <a:buSzPct val="250000"/>
              <a:buFont typeface="Arial" panose="020B0604020202020204" pitchFamily="34" charset="0"/>
              <a:buChar char="•"/>
              <a:defRPr sz="1800" b="1">
                <a:solidFill>
                  <a:srgbClr val="48484A"/>
                </a:solidFill>
              </a:defRPr>
            </a:lvl1pPr>
            <a:lvl2pPr marL="548640" indent="-274320">
              <a:lnSpc>
                <a:spcPct val="110000"/>
              </a:lnSpc>
              <a:buClr>
                <a:srgbClr val="EC8B1F"/>
              </a:buClr>
              <a:buSzPct val="125000"/>
              <a:defRPr sz="1800" b="1">
                <a:solidFill>
                  <a:srgbClr val="48484A"/>
                </a:solidFill>
              </a:defRPr>
            </a:lvl2pPr>
            <a:lvl3pPr marL="822960" indent="-274320">
              <a:lnSpc>
                <a:spcPct val="110000"/>
              </a:lnSpc>
              <a:buClr>
                <a:srgbClr val="EC8B1F"/>
              </a:buClr>
              <a:buSzPct val="125000"/>
              <a:defRPr sz="1800" b="1">
                <a:solidFill>
                  <a:srgbClr val="48484A"/>
                </a:solidFill>
              </a:defRPr>
            </a:lvl3pPr>
            <a:lvl4pPr marL="822960" indent="0">
              <a:lnSpc>
                <a:spcPct val="110000"/>
              </a:lnSpc>
              <a:buFontTx/>
              <a:buNone/>
              <a:defRPr sz="1800" b="1" i="1">
                <a:solidFill>
                  <a:srgbClr val="48484A"/>
                </a:solidFill>
              </a:defRPr>
            </a:lvl4pPr>
            <a:lvl5pPr marL="1097280" indent="-274320">
              <a:lnSpc>
                <a:spcPct val="110000"/>
              </a:lnSpc>
              <a:buClr>
                <a:srgbClr val="EC8B1F"/>
              </a:buClr>
              <a:buSzPct val="125000"/>
              <a:defRPr sz="1800" b="1">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63413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8pt Bold 2-Column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sp>
        <p:nvSpPr>
          <p:cNvPr id="14" name="Text Placeholder 3">
            <a:extLst>
              <a:ext uri="{FF2B5EF4-FFF2-40B4-BE49-F238E27FC236}">
                <a16:creationId xmlns:a16="http://schemas.microsoft.com/office/drawing/2014/main" id="{4FD03930-7C2A-9009-5994-33385CF405D2}"/>
              </a:ext>
            </a:extLst>
          </p:cNvPr>
          <p:cNvSpPr>
            <a:spLocks noGrp="1"/>
          </p:cNvSpPr>
          <p:nvPr>
            <p:ph type="body" sz="quarter" idx="13"/>
          </p:nvPr>
        </p:nvSpPr>
        <p:spPr>
          <a:xfrm>
            <a:off x="6324600" y="2070101"/>
            <a:ext cx="5029200" cy="1848711"/>
          </a:xfrm>
        </p:spPr>
        <p:txBody>
          <a:bodyPr>
            <a:spAutoFit/>
          </a:bodyPr>
          <a:lstStyle>
            <a:lvl1pPr marL="274320" indent="-274320" fontAlgn="ctr">
              <a:lnSpc>
                <a:spcPct val="110000"/>
              </a:lnSpc>
              <a:buClr>
                <a:srgbClr val="EC8B1F"/>
              </a:buClr>
              <a:buSzPct val="250000"/>
              <a:buFont typeface="Arial" panose="020B0604020202020204" pitchFamily="34" charset="0"/>
              <a:buChar char="•"/>
              <a:defRPr sz="1800" b="1">
                <a:solidFill>
                  <a:srgbClr val="48484A"/>
                </a:solidFill>
              </a:defRPr>
            </a:lvl1pPr>
            <a:lvl2pPr marL="548640" indent="-274320">
              <a:lnSpc>
                <a:spcPct val="110000"/>
              </a:lnSpc>
              <a:buClr>
                <a:srgbClr val="EC8B1F"/>
              </a:buClr>
              <a:buSzPct val="125000"/>
              <a:defRPr sz="1800" b="1">
                <a:solidFill>
                  <a:srgbClr val="48484A"/>
                </a:solidFill>
              </a:defRPr>
            </a:lvl2pPr>
            <a:lvl3pPr marL="822960" indent="-274320">
              <a:lnSpc>
                <a:spcPct val="110000"/>
              </a:lnSpc>
              <a:buClr>
                <a:srgbClr val="EC8B1F"/>
              </a:buClr>
              <a:buSzPct val="125000"/>
              <a:defRPr sz="1800" b="1">
                <a:solidFill>
                  <a:srgbClr val="48484A"/>
                </a:solidFill>
              </a:defRPr>
            </a:lvl3pPr>
            <a:lvl4pPr marL="822960" indent="0">
              <a:lnSpc>
                <a:spcPct val="110000"/>
              </a:lnSpc>
              <a:buFontTx/>
              <a:buNone/>
              <a:defRPr sz="1800" b="1" i="1">
                <a:solidFill>
                  <a:srgbClr val="48484A"/>
                </a:solidFill>
              </a:defRPr>
            </a:lvl4pPr>
            <a:lvl5pPr marL="1097280" indent="-274320">
              <a:lnSpc>
                <a:spcPct val="110000"/>
              </a:lnSpc>
              <a:buClr>
                <a:srgbClr val="EC8B1F"/>
              </a:buClr>
              <a:buSzPct val="125000"/>
              <a:defRPr sz="1800" b="1">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3">
            <a:extLst>
              <a:ext uri="{FF2B5EF4-FFF2-40B4-BE49-F238E27FC236}">
                <a16:creationId xmlns:a16="http://schemas.microsoft.com/office/drawing/2014/main" id="{E58D948F-A7EC-24E1-5C2D-9298A4DFF603}"/>
              </a:ext>
            </a:extLst>
          </p:cNvPr>
          <p:cNvSpPr>
            <a:spLocks noGrp="1"/>
          </p:cNvSpPr>
          <p:nvPr>
            <p:ph type="body" sz="quarter" idx="14"/>
          </p:nvPr>
        </p:nvSpPr>
        <p:spPr>
          <a:xfrm>
            <a:off x="838200" y="2070101"/>
            <a:ext cx="5143501" cy="1848711"/>
          </a:xfrm>
        </p:spPr>
        <p:txBody>
          <a:bodyPr>
            <a:spAutoFit/>
          </a:bodyPr>
          <a:lstStyle>
            <a:lvl1pPr marL="274320" indent="-274320" fontAlgn="ctr">
              <a:lnSpc>
                <a:spcPct val="110000"/>
              </a:lnSpc>
              <a:buClr>
                <a:srgbClr val="EC8B1F"/>
              </a:buClr>
              <a:buSzPct val="250000"/>
              <a:buFont typeface="Arial" panose="020B0604020202020204" pitchFamily="34" charset="0"/>
              <a:buChar char="•"/>
              <a:defRPr sz="1800" b="1">
                <a:solidFill>
                  <a:srgbClr val="48484A"/>
                </a:solidFill>
              </a:defRPr>
            </a:lvl1pPr>
            <a:lvl2pPr marL="548640" indent="-274320">
              <a:lnSpc>
                <a:spcPct val="110000"/>
              </a:lnSpc>
              <a:buClr>
                <a:srgbClr val="EC8B1F"/>
              </a:buClr>
              <a:buSzPct val="125000"/>
              <a:defRPr sz="1800" b="1">
                <a:solidFill>
                  <a:srgbClr val="48484A"/>
                </a:solidFill>
              </a:defRPr>
            </a:lvl2pPr>
            <a:lvl3pPr marL="822960" indent="-274320">
              <a:lnSpc>
                <a:spcPct val="110000"/>
              </a:lnSpc>
              <a:buClr>
                <a:srgbClr val="EC8B1F"/>
              </a:buClr>
              <a:buSzPct val="125000"/>
              <a:defRPr sz="1800" b="1">
                <a:solidFill>
                  <a:srgbClr val="48484A"/>
                </a:solidFill>
              </a:defRPr>
            </a:lvl3pPr>
            <a:lvl4pPr marL="822960" indent="0">
              <a:lnSpc>
                <a:spcPct val="110000"/>
              </a:lnSpc>
              <a:buFontTx/>
              <a:buNone/>
              <a:defRPr sz="1800" b="1" i="1">
                <a:solidFill>
                  <a:srgbClr val="48484A"/>
                </a:solidFill>
              </a:defRPr>
            </a:lvl4pPr>
            <a:lvl5pPr marL="1097280" indent="-274320">
              <a:lnSpc>
                <a:spcPct val="110000"/>
              </a:lnSpc>
              <a:buClr>
                <a:srgbClr val="EC8B1F"/>
              </a:buClr>
              <a:buSzPct val="125000"/>
              <a:defRPr sz="1800" b="1">
                <a:solidFill>
                  <a:srgbClr val="4848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1">
            <a:extLst>
              <a:ext uri="{FF2B5EF4-FFF2-40B4-BE49-F238E27FC236}">
                <a16:creationId xmlns:a16="http://schemas.microsoft.com/office/drawing/2014/main" id="{84F13C13-E0D0-30AC-47E0-EA7671E50238}"/>
              </a:ext>
            </a:extLst>
          </p:cNvPr>
          <p:cNvSpPr>
            <a:spLocks noGrp="1"/>
          </p:cNvSpPr>
          <p:nvPr>
            <p:ph type="body" sz="quarter" idx="12" hasCustomPrompt="1"/>
          </p:nvPr>
        </p:nvSpPr>
        <p:spPr>
          <a:xfrm>
            <a:off x="838200" y="1600200"/>
            <a:ext cx="5010665" cy="400110"/>
          </a:xfrm>
        </p:spPr>
        <p:txBody>
          <a:bodyPr wrap="square">
            <a:spAutoFit/>
          </a:bodyPr>
          <a:lstStyle>
            <a:lvl1pPr marL="0" indent="0">
              <a:lnSpc>
                <a:spcPct val="100000"/>
              </a:lnSpc>
              <a:buFontTx/>
              <a:buNone/>
              <a:defRPr sz="20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
        <p:nvSpPr>
          <p:cNvPr id="5" name="Text Placeholder 11">
            <a:extLst>
              <a:ext uri="{FF2B5EF4-FFF2-40B4-BE49-F238E27FC236}">
                <a16:creationId xmlns:a16="http://schemas.microsoft.com/office/drawing/2014/main" id="{9FDDAF00-A7F1-1076-B53B-0900817CABA7}"/>
              </a:ext>
            </a:extLst>
          </p:cNvPr>
          <p:cNvSpPr>
            <a:spLocks noGrp="1"/>
          </p:cNvSpPr>
          <p:nvPr>
            <p:ph type="body" sz="quarter" idx="15" hasCustomPrompt="1"/>
          </p:nvPr>
        </p:nvSpPr>
        <p:spPr>
          <a:xfrm>
            <a:off x="6349314" y="1600200"/>
            <a:ext cx="5010665" cy="400110"/>
          </a:xfrm>
        </p:spPr>
        <p:txBody>
          <a:bodyPr wrap="square">
            <a:spAutoFit/>
          </a:bodyPr>
          <a:lstStyle>
            <a:lvl1pPr marL="0" indent="0">
              <a:lnSpc>
                <a:spcPct val="100000"/>
              </a:lnSpc>
              <a:buFontTx/>
              <a:buNone/>
              <a:defRPr sz="2000" b="1" i="0">
                <a:solidFill>
                  <a:srgbClr val="EC8B1F"/>
                </a:solidFill>
                <a:latin typeface="Arial" panose="020B0604020202020204" pitchFamily="34" charset="0"/>
                <a:cs typeface="Arial" panose="020B0604020202020204" pitchFamily="34" charset="0"/>
              </a:defRPr>
            </a:lvl1pPr>
          </a:lstStyle>
          <a:p>
            <a:pPr lvl="0"/>
            <a:r>
              <a:rPr lang="en-US"/>
              <a:t>Click to edit Subtitle</a:t>
            </a:r>
          </a:p>
        </p:txBody>
      </p:sp>
    </p:spTree>
    <p:extLst>
      <p:ext uri="{BB962C8B-B14F-4D97-AF65-F5344CB8AC3E}">
        <p14:creationId xmlns:p14="http://schemas.microsoft.com/office/powerpoint/2010/main" val="14113124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rgbClr val="48484A"/>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8E56B88-6B80-DAA7-0E19-DF822ECA59B0}"/>
              </a:ext>
            </a:extLst>
          </p:cNvPr>
          <p:cNvGrpSpPr/>
          <p:nvPr userDrawn="1"/>
        </p:nvGrpSpPr>
        <p:grpSpPr>
          <a:xfrm>
            <a:off x="3046648" y="1600200"/>
            <a:ext cx="9145352" cy="5257800"/>
            <a:chOff x="1377056" y="652144"/>
            <a:chExt cx="13180133" cy="7577456"/>
          </a:xfrm>
        </p:grpSpPr>
        <p:sp>
          <p:nvSpPr>
            <p:cNvPr id="9" name="Triangle 8">
              <a:extLst>
                <a:ext uri="{FF2B5EF4-FFF2-40B4-BE49-F238E27FC236}">
                  <a16:creationId xmlns:a16="http://schemas.microsoft.com/office/drawing/2014/main" id="{B3F66F09-50ED-A31C-D8C9-DBB9A7C82210}"/>
                </a:ext>
              </a:extLst>
            </p:cNvPr>
            <p:cNvSpPr/>
            <p:nvPr userDrawn="1"/>
          </p:nvSpPr>
          <p:spPr>
            <a:xfrm>
              <a:off x="6288365" y="3057984"/>
              <a:ext cx="8268824" cy="5171616"/>
            </a:xfrm>
            <a:prstGeom prst="triangle">
              <a:avLst/>
            </a:prstGeom>
            <a:solidFill>
              <a:srgbClr val="EC8B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 name="Triangle 9">
              <a:extLst>
                <a:ext uri="{FF2B5EF4-FFF2-40B4-BE49-F238E27FC236}">
                  <a16:creationId xmlns:a16="http://schemas.microsoft.com/office/drawing/2014/main" id="{F39004B4-B9D9-63A1-8F3C-CCF0D6CF64D2}"/>
                </a:ext>
              </a:extLst>
            </p:cNvPr>
            <p:cNvSpPr/>
            <p:nvPr userDrawn="1"/>
          </p:nvSpPr>
          <p:spPr>
            <a:xfrm>
              <a:off x="1377056" y="652144"/>
              <a:ext cx="10564658" cy="6607513"/>
            </a:xfrm>
            <a:prstGeom prst="triangle">
              <a:avLst/>
            </a:prstGeom>
            <a:gradFill>
              <a:gsLst>
                <a:gs pos="0">
                  <a:srgbClr val="DCDDDE"/>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19" name="Google Shape;30;p7">
            <a:extLst>
              <a:ext uri="{FF2B5EF4-FFF2-40B4-BE49-F238E27FC236}">
                <a16:creationId xmlns:a16="http://schemas.microsoft.com/office/drawing/2014/main" id="{577E4104-8623-D41E-7340-B16961659A66}"/>
              </a:ext>
            </a:extLst>
          </p:cNvPr>
          <p:cNvSpPr txBox="1">
            <a:spLocks noGrp="1"/>
          </p:cNvSpPr>
          <p:nvPr>
            <p:ph type="subTitle" idx="1" hasCustomPrompt="1"/>
          </p:nvPr>
        </p:nvSpPr>
        <p:spPr>
          <a:xfrm>
            <a:off x="838200" y="2971800"/>
            <a:ext cx="4625341" cy="282129"/>
          </a:xfrm>
          <a:prstGeom prst="rect">
            <a:avLst/>
          </a:prstGeom>
        </p:spPr>
        <p:txBody>
          <a:bodyPr spcFirstLastPara="1" wrap="square" lIns="0" tIns="0" rIns="0" bIns="0" anchor="t" anchorCtr="0">
            <a:spAutoFit/>
          </a:bodyPr>
          <a:lstStyle>
            <a:lvl1pPr marL="0" lvl="0" rtl="0">
              <a:lnSpc>
                <a:spcPts val="2200"/>
              </a:lnSpc>
              <a:spcBef>
                <a:spcPts val="0"/>
              </a:spcBef>
              <a:spcAft>
                <a:spcPts val="0"/>
              </a:spcAft>
              <a:buNone/>
              <a:defRPr sz="2000" b="0">
                <a:solidFill>
                  <a:srgbClr val="EC8B1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add Presentation Subtitle</a:t>
            </a:r>
            <a:endParaRPr/>
          </a:p>
        </p:txBody>
      </p:sp>
      <p:sp>
        <p:nvSpPr>
          <p:cNvPr id="20" name="Google Shape;31;p7">
            <a:extLst>
              <a:ext uri="{FF2B5EF4-FFF2-40B4-BE49-F238E27FC236}">
                <a16:creationId xmlns:a16="http://schemas.microsoft.com/office/drawing/2014/main" id="{12B30F7A-84E5-82C7-9714-77E85F9A356B}"/>
              </a:ext>
            </a:extLst>
          </p:cNvPr>
          <p:cNvSpPr txBox="1">
            <a:spLocks noGrp="1"/>
          </p:cNvSpPr>
          <p:nvPr>
            <p:ph type="title" hasCustomPrompt="1"/>
          </p:nvPr>
        </p:nvSpPr>
        <p:spPr>
          <a:xfrm>
            <a:off x="838200" y="1496477"/>
            <a:ext cx="5539741" cy="1231106"/>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chemeClr val="bg1"/>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a:t>Click To Add Presentation Title</a:t>
            </a:r>
            <a:endParaRPr/>
          </a:p>
        </p:txBody>
      </p:sp>
      <p:sp>
        <p:nvSpPr>
          <p:cNvPr id="32" name="Text Placeholder 31">
            <a:extLst>
              <a:ext uri="{FF2B5EF4-FFF2-40B4-BE49-F238E27FC236}">
                <a16:creationId xmlns:a16="http://schemas.microsoft.com/office/drawing/2014/main" id="{9AE6FECA-3A9C-2115-ABC5-00727934BABA}"/>
              </a:ext>
            </a:extLst>
          </p:cNvPr>
          <p:cNvSpPr>
            <a:spLocks noGrp="1"/>
          </p:cNvSpPr>
          <p:nvPr>
            <p:ph type="body" sz="quarter" idx="10" hasCustomPrompt="1"/>
          </p:nvPr>
        </p:nvSpPr>
        <p:spPr>
          <a:xfrm>
            <a:off x="838200" y="5609685"/>
            <a:ext cx="2843212" cy="265493"/>
          </a:xfrm>
          <a:prstGeom prst="rect">
            <a:avLst/>
          </a:prstGeom>
        </p:spPr>
        <p:txBody>
          <a:bodyPr/>
          <a:lstStyle>
            <a:lvl1pPr marL="0" indent="0">
              <a:buFontTx/>
              <a:buNone/>
              <a:defRPr sz="1200">
                <a:solidFill>
                  <a:srgbClr val="EC8B1F"/>
                </a:solidFill>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a:t>Click to edit date</a:t>
            </a:r>
          </a:p>
        </p:txBody>
      </p:sp>
      <p:sp>
        <p:nvSpPr>
          <p:cNvPr id="34" name="Text Placeholder 33">
            <a:extLst>
              <a:ext uri="{FF2B5EF4-FFF2-40B4-BE49-F238E27FC236}">
                <a16:creationId xmlns:a16="http://schemas.microsoft.com/office/drawing/2014/main" id="{E0A3B46D-C2AA-90CB-1BB3-D959C213E6F8}"/>
              </a:ext>
            </a:extLst>
          </p:cNvPr>
          <p:cNvSpPr>
            <a:spLocks noGrp="1"/>
          </p:cNvSpPr>
          <p:nvPr>
            <p:ph type="body" sz="quarter" idx="11" hasCustomPrompt="1"/>
          </p:nvPr>
        </p:nvSpPr>
        <p:spPr>
          <a:xfrm>
            <a:off x="841375" y="5870258"/>
            <a:ext cx="2879725" cy="265365"/>
          </a:xfrm>
        </p:spPr>
        <p:txBody>
          <a:bodyPr/>
          <a:lstStyle>
            <a:lvl1pPr>
              <a:defRPr>
                <a:solidFill>
                  <a:schemeClr val="bg1"/>
                </a:solidFill>
              </a:defRPr>
            </a:lvl1pPr>
          </a:lstStyle>
          <a:p>
            <a:pPr lvl="0"/>
            <a:r>
              <a:rPr lang="en-US"/>
              <a:t>Click to add Presenter(s) name</a:t>
            </a:r>
          </a:p>
        </p:txBody>
      </p:sp>
      <p:pic>
        <p:nvPicPr>
          <p:cNvPr id="4" name="Picture 3" descr="A white text on a black background&#10;&#10;Description automatically generated">
            <a:extLst>
              <a:ext uri="{FF2B5EF4-FFF2-40B4-BE49-F238E27FC236}">
                <a16:creationId xmlns:a16="http://schemas.microsoft.com/office/drawing/2014/main" id="{B3EEC968-EA51-5D27-21FB-9120A40C4EAE}"/>
              </a:ext>
            </a:extLst>
          </p:cNvPr>
          <p:cNvPicPr>
            <a:picLocks noChangeAspect="1"/>
          </p:cNvPicPr>
          <p:nvPr userDrawn="1"/>
        </p:nvPicPr>
        <p:blipFill>
          <a:blip r:embed="rId2"/>
          <a:stretch>
            <a:fillRect/>
          </a:stretch>
        </p:blipFill>
        <p:spPr>
          <a:xfrm>
            <a:off x="9754170" y="3269551"/>
            <a:ext cx="1679878" cy="471394"/>
          </a:xfrm>
          <a:prstGeom prst="rect">
            <a:avLst/>
          </a:prstGeom>
        </p:spPr>
      </p:pic>
    </p:spTree>
    <p:extLst>
      <p:ext uri="{BB962C8B-B14F-4D97-AF65-F5344CB8AC3E}">
        <p14:creationId xmlns:p14="http://schemas.microsoft.com/office/powerpoint/2010/main" val="2560962576"/>
      </p:ext>
    </p:extLst>
  </p:cSld>
  <p:clrMapOvr>
    <a:masterClrMapping/>
  </p:clrMapOvr>
  <p:extLst>
    <p:ext uri="{DCECCB84-F9BA-43D5-87BE-67443E8EF086}">
      <p15:sldGuideLst xmlns:p15="http://schemas.microsoft.com/office/powerpoint/2012/main">
        <p15:guide id="1" orient="horz" pos="2160" userDrawn="1">
          <p15:clr>
            <a:srgbClr val="F26B43"/>
          </p15:clr>
        </p15:guide>
        <p15:guide id="2" pos="3840" userDrawn="1">
          <p15:clr>
            <a:srgbClr val="F26B43"/>
          </p15:clr>
        </p15:guide>
        <p15:guide id="3" pos="528" userDrawn="1">
          <p15:clr>
            <a:srgbClr val="A4A3A4"/>
          </p15:clr>
        </p15:guide>
        <p15:guide id="4" pos="7152" userDrawn="1">
          <p15:clr>
            <a:srgbClr val="A4A3A4"/>
          </p15:clr>
        </p15:guide>
        <p15:guide id="5" orient="horz" pos="408" userDrawn="1">
          <p15:clr>
            <a:srgbClr val="A4A3A4"/>
          </p15:clr>
        </p15:guide>
        <p15:guide id="6" orient="horz" pos="696" userDrawn="1">
          <p15:clr>
            <a:srgbClr val="5ACBF0"/>
          </p15:clr>
        </p15:guide>
        <p15:guide id="7" orient="horz" pos="1008" userDrawn="1">
          <p15:clr>
            <a:srgbClr val="5ACBF0"/>
          </p15:clr>
        </p15:guide>
        <p15:guide id="8" orient="horz" pos="1296" userDrawn="1">
          <p15:clr>
            <a:srgbClr val="5ACBF0"/>
          </p15:clr>
        </p15:guide>
        <p15:guide id="9" orient="horz" pos="1584" userDrawn="1">
          <p15:clr>
            <a:srgbClr val="5ACBF0"/>
          </p15:clr>
        </p15:guide>
        <p15:guide id="10" orient="horz" pos="1872" userDrawn="1">
          <p15:clr>
            <a:srgbClr val="5ACBF0"/>
          </p15:clr>
        </p15:guide>
        <p15:guide id="11" orient="horz" pos="2448" userDrawn="1">
          <p15:clr>
            <a:srgbClr val="5ACBF0"/>
          </p15:clr>
        </p15:guide>
        <p15:guide id="12" orient="horz" pos="2736" userDrawn="1">
          <p15:clr>
            <a:srgbClr val="5ACBF0"/>
          </p15:clr>
        </p15:guide>
        <p15:guide id="13" orient="horz" pos="3024" userDrawn="1">
          <p15:clr>
            <a:srgbClr val="5ACBF0"/>
          </p15:clr>
        </p15:guide>
        <p15:guide id="14" orient="horz" pos="3312" userDrawn="1">
          <p15:clr>
            <a:srgbClr val="5ACBF0"/>
          </p15:clr>
        </p15:guide>
        <p15:guide id="15" orient="horz" pos="3600" userDrawn="1">
          <p15:clr>
            <a:srgbClr val="5ACBF0"/>
          </p15:clr>
        </p15:guide>
        <p15:guide id="16" orient="horz" pos="3888" userDrawn="1">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02. Divider Page">
    <p:bg>
      <p:bgPr>
        <a:solidFill>
          <a:srgbClr val="48484A"/>
        </a:solidFill>
        <a:effectLst/>
      </p:bgPr>
    </p:bg>
    <p:spTree>
      <p:nvGrpSpPr>
        <p:cNvPr id="1" name=""/>
        <p:cNvGrpSpPr/>
        <p:nvPr/>
      </p:nvGrpSpPr>
      <p:grpSpPr>
        <a:xfrm>
          <a:off x="0" y="0"/>
          <a:ext cx="0" cy="0"/>
          <a:chOff x="0" y="0"/>
          <a:chExt cx="0" cy="0"/>
        </a:xfrm>
      </p:grpSpPr>
      <p:sp>
        <p:nvSpPr>
          <p:cNvPr id="2" name="Google Shape;30;p7">
            <a:extLst>
              <a:ext uri="{FF2B5EF4-FFF2-40B4-BE49-F238E27FC236}">
                <a16:creationId xmlns:a16="http://schemas.microsoft.com/office/drawing/2014/main" id="{89FDE02A-D6A0-3A29-BE99-0EE5682B1B53}"/>
              </a:ext>
            </a:extLst>
          </p:cNvPr>
          <p:cNvSpPr txBox="1">
            <a:spLocks noGrp="1"/>
          </p:cNvSpPr>
          <p:nvPr>
            <p:ph type="subTitle" idx="1" hasCustomPrompt="1"/>
          </p:nvPr>
        </p:nvSpPr>
        <p:spPr>
          <a:xfrm>
            <a:off x="848945" y="615043"/>
            <a:ext cx="10504855" cy="179536"/>
          </a:xfrm>
          <a:prstGeom prst="rect">
            <a:avLst/>
          </a:prstGeom>
        </p:spPr>
        <p:txBody>
          <a:bodyPr spcFirstLastPara="1" wrap="square" lIns="0" tIns="0" rIns="0" bIns="0" anchor="t" anchorCtr="0">
            <a:spAutoFit/>
          </a:bodyPr>
          <a:lstStyle>
            <a:lvl1pPr marL="0" lvl="0" rtl="0">
              <a:spcBef>
                <a:spcPts val="0"/>
              </a:spcBef>
              <a:spcAft>
                <a:spcPts val="0"/>
              </a:spcAft>
              <a:buNone/>
              <a:defRPr sz="1600" b="1">
                <a:solidFill>
                  <a:schemeClr val="bg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add Presentation Subtitle</a:t>
            </a:r>
            <a:endParaRPr/>
          </a:p>
        </p:txBody>
      </p:sp>
      <p:sp>
        <p:nvSpPr>
          <p:cNvPr id="6" name="Google Shape;31;p7">
            <a:extLst>
              <a:ext uri="{FF2B5EF4-FFF2-40B4-BE49-F238E27FC236}">
                <a16:creationId xmlns:a16="http://schemas.microsoft.com/office/drawing/2014/main" id="{3DED59F3-510F-CAB1-23F4-10B567AEC2CC}"/>
              </a:ext>
            </a:extLst>
          </p:cNvPr>
          <p:cNvSpPr txBox="1">
            <a:spLocks noGrp="1"/>
          </p:cNvSpPr>
          <p:nvPr>
            <p:ph type="title" hasCustomPrompt="1"/>
          </p:nvPr>
        </p:nvSpPr>
        <p:spPr>
          <a:xfrm>
            <a:off x="848945" y="2721481"/>
            <a:ext cx="6567132" cy="615553"/>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chemeClr val="bg1"/>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a:t>Click To Add Divider Title</a:t>
            </a:r>
            <a:endParaRPr/>
          </a:p>
        </p:txBody>
      </p:sp>
      <p:grpSp>
        <p:nvGrpSpPr>
          <p:cNvPr id="7" name="Group 6">
            <a:extLst>
              <a:ext uri="{FF2B5EF4-FFF2-40B4-BE49-F238E27FC236}">
                <a16:creationId xmlns:a16="http://schemas.microsoft.com/office/drawing/2014/main" id="{F8254623-BA01-61E0-003D-49868B779335}"/>
              </a:ext>
            </a:extLst>
          </p:cNvPr>
          <p:cNvGrpSpPr/>
          <p:nvPr userDrawn="1"/>
        </p:nvGrpSpPr>
        <p:grpSpPr>
          <a:xfrm>
            <a:off x="6253224" y="1600200"/>
            <a:ext cx="6720306" cy="3838022"/>
            <a:chOff x="1362414" y="652144"/>
            <a:chExt cx="13267986" cy="7577456"/>
          </a:xfrm>
        </p:grpSpPr>
        <p:sp>
          <p:nvSpPr>
            <p:cNvPr id="11" name="Triangle 10">
              <a:extLst>
                <a:ext uri="{FF2B5EF4-FFF2-40B4-BE49-F238E27FC236}">
                  <a16:creationId xmlns:a16="http://schemas.microsoft.com/office/drawing/2014/main" id="{994AF9FC-349E-9E6D-BF8C-A1F8D11555DE}"/>
                </a:ext>
              </a:extLst>
            </p:cNvPr>
            <p:cNvSpPr/>
            <p:nvPr/>
          </p:nvSpPr>
          <p:spPr>
            <a:xfrm>
              <a:off x="6361577" y="3057984"/>
              <a:ext cx="8268823" cy="5171616"/>
            </a:xfrm>
            <a:prstGeom prst="triangle">
              <a:avLst/>
            </a:prstGeom>
            <a:gradFill>
              <a:gsLst>
                <a:gs pos="0">
                  <a:srgbClr val="77787B"/>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9804A06A-4E42-B4D9-936A-D6B66B8F2FE5}"/>
                </a:ext>
              </a:extLst>
            </p:cNvPr>
            <p:cNvSpPr/>
            <p:nvPr/>
          </p:nvSpPr>
          <p:spPr>
            <a:xfrm>
              <a:off x="1362414" y="652144"/>
              <a:ext cx="10564658" cy="6607514"/>
            </a:xfrm>
            <a:prstGeom prst="triangle">
              <a:avLst/>
            </a:prstGeom>
            <a:gradFill>
              <a:gsLst>
                <a:gs pos="0">
                  <a:srgbClr val="77787B"/>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 Placeholder 6">
            <a:extLst>
              <a:ext uri="{FF2B5EF4-FFF2-40B4-BE49-F238E27FC236}">
                <a16:creationId xmlns:a16="http://schemas.microsoft.com/office/drawing/2014/main" id="{2F6B3013-D4C0-AE6A-0BCF-3C09BD5D0CEB}"/>
              </a:ext>
            </a:extLst>
          </p:cNvPr>
          <p:cNvSpPr>
            <a:spLocks noGrp="1"/>
          </p:cNvSpPr>
          <p:nvPr>
            <p:ph type="body" sz="quarter" idx="10" hasCustomPrompt="1"/>
          </p:nvPr>
        </p:nvSpPr>
        <p:spPr>
          <a:xfrm>
            <a:off x="848945" y="3342443"/>
            <a:ext cx="5480735" cy="430887"/>
          </a:xfrm>
          <a:prstGeom prst="rect">
            <a:avLst/>
          </a:prstGeom>
        </p:spPr>
        <p:txBody>
          <a:bodyPr lIns="0">
            <a:noAutofit/>
          </a:bodyPr>
          <a:lstStyle>
            <a:lvl1pPr marL="0" indent="0">
              <a:lnSpc>
                <a:spcPct val="100000"/>
              </a:lnSpc>
              <a:buNone/>
              <a:defRPr sz="2000" b="1">
                <a:solidFill>
                  <a:srgbClr val="EC8B1F"/>
                </a:solidFill>
              </a:defRPr>
            </a:lvl1pPr>
            <a:lvl2pPr marL="457200" indent="0">
              <a:buNone/>
              <a:defRPr sz="2400">
                <a:solidFill>
                  <a:schemeClr val="tx2"/>
                </a:solidFill>
              </a:defRPr>
            </a:lvl2pPr>
            <a:lvl3pPr marL="914400" indent="0">
              <a:buNone/>
              <a:defRPr sz="2400">
                <a:solidFill>
                  <a:schemeClr val="bg1">
                    <a:lumMod val="50000"/>
                  </a:schemeClr>
                </a:solidFill>
              </a:defRPr>
            </a:lvl3pPr>
            <a:lvl4pPr marL="1371600" indent="0">
              <a:buNone/>
              <a:defRPr sz="2400">
                <a:solidFill>
                  <a:schemeClr val="bg1">
                    <a:lumMod val="50000"/>
                  </a:schemeClr>
                </a:solidFill>
              </a:defRPr>
            </a:lvl4pPr>
            <a:lvl5pPr marL="1828800" indent="0">
              <a:buNone/>
              <a:defRPr sz="2400">
                <a:solidFill>
                  <a:schemeClr val="bg1">
                    <a:lumMod val="50000"/>
                  </a:schemeClr>
                </a:solidFill>
              </a:defRPr>
            </a:lvl5pPr>
          </a:lstStyle>
          <a:p>
            <a:pPr lvl="0"/>
            <a:r>
              <a:rPr lang="en-US"/>
              <a:t>Extra words in orange</a:t>
            </a:r>
          </a:p>
        </p:txBody>
      </p:sp>
    </p:spTree>
    <p:extLst>
      <p:ext uri="{BB962C8B-B14F-4D97-AF65-F5344CB8AC3E}">
        <p14:creationId xmlns:p14="http://schemas.microsoft.com/office/powerpoint/2010/main" val="33708247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03A. End Page">
    <p:bg>
      <p:bgPr>
        <a:solidFill>
          <a:srgbClr val="48484A"/>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87ABE0F-3EC4-BAF7-5219-47D9B2C2F9E8}"/>
              </a:ext>
            </a:extLst>
          </p:cNvPr>
          <p:cNvGrpSpPr/>
          <p:nvPr userDrawn="1"/>
        </p:nvGrpSpPr>
        <p:grpSpPr>
          <a:xfrm>
            <a:off x="-267417" y="593203"/>
            <a:ext cx="7066773" cy="4279738"/>
            <a:chOff x="1362414" y="652144"/>
            <a:chExt cx="13987358" cy="8470942"/>
          </a:xfrm>
        </p:grpSpPr>
        <p:sp>
          <p:nvSpPr>
            <p:cNvPr id="4" name="Triangle 3">
              <a:extLst>
                <a:ext uri="{FF2B5EF4-FFF2-40B4-BE49-F238E27FC236}">
                  <a16:creationId xmlns:a16="http://schemas.microsoft.com/office/drawing/2014/main" id="{D70833C1-11DF-CF1D-A7E1-0FC52DF36F26}"/>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D5A60280-C4B8-2C85-3213-5AD64531C911}"/>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 Placeholder 15">
            <a:extLst>
              <a:ext uri="{FF2B5EF4-FFF2-40B4-BE49-F238E27FC236}">
                <a16:creationId xmlns:a16="http://schemas.microsoft.com/office/drawing/2014/main" id="{EAF16024-2620-46E0-D61E-ADF06DCEC4F3}"/>
              </a:ext>
            </a:extLst>
          </p:cNvPr>
          <p:cNvSpPr>
            <a:spLocks noGrp="1"/>
          </p:cNvSpPr>
          <p:nvPr>
            <p:ph type="body" sz="quarter" idx="11" hasCustomPrompt="1"/>
          </p:nvPr>
        </p:nvSpPr>
        <p:spPr>
          <a:xfrm>
            <a:off x="6335211" y="3210507"/>
            <a:ext cx="5018589" cy="285219"/>
          </a:xfrm>
          <a:prstGeom prst="rect">
            <a:avLst/>
          </a:prstGeom>
        </p:spPr>
        <p:txBody>
          <a:bodyPr lIns="0" rIns="0" anchor="ctr" anchorCtr="0">
            <a:noAutofit/>
          </a:bodyPr>
          <a:lstStyle>
            <a:lvl1pPr marL="0" indent="0">
              <a:buNone/>
              <a:defRPr sz="1400" b="1"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9" name="Text Placeholder 17">
            <a:extLst>
              <a:ext uri="{FF2B5EF4-FFF2-40B4-BE49-F238E27FC236}">
                <a16:creationId xmlns:a16="http://schemas.microsoft.com/office/drawing/2014/main" id="{89DFCF12-2CFE-396B-C01A-FFB96A8533FE}"/>
              </a:ext>
            </a:extLst>
          </p:cNvPr>
          <p:cNvSpPr>
            <a:spLocks noGrp="1"/>
          </p:cNvSpPr>
          <p:nvPr>
            <p:ph type="body" sz="quarter" idx="12" hasCustomPrompt="1"/>
          </p:nvPr>
        </p:nvSpPr>
        <p:spPr>
          <a:xfrm>
            <a:off x="6335211" y="3438365"/>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0" name="Text Placeholder 19">
            <a:extLst>
              <a:ext uri="{FF2B5EF4-FFF2-40B4-BE49-F238E27FC236}">
                <a16:creationId xmlns:a16="http://schemas.microsoft.com/office/drawing/2014/main" id="{36EF4F08-94C6-C20F-0BEA-81FA1846B72C}"/>
              </a:ext>
            </a:extLst>
          </p:cNvPr>
          <p:cNvSpPr>
            <a:spLocks noGrp="1"/>
          </p:cNvSpPr>
          <p:nvPr>
            <p:ph type="body" sz="quarter" idx="13" hasCustomPrompt="1"/>
          </p:nvPr>
        </p:nvSpPr>
        <p:spPr>
          <a:xfrm>
            <a:off x="6335211" y="3745911"/>
            <a:ext cx="5018589" cy="460077"/>
          </a:xfrm>
          <a:prstGeom prst="rect">
            <a:avLst/>
          </a:prstGeom>
        </p:spPr>
        <p:txBody>
          <a:bodyPr lIns="0" rIns="0" anchor="ctr" anchorCtr="0">
            <a:no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14" name="TextBox 13">
            <a:extLst>
              <a:ext uri="{FF2B5EF4-FFF2-40B4-BE49-F238E27FC236}">
                <a16:creationId xmlns:a16="http://schemas.microsoft.com/office/drawing/2014/main" id="{ED8E1F26-C77E-2E37-1606-3B6D26A17348}"/>
              </a:ext>
            </a:extLst>
          </p:cNvPr>
          <p:cNvSpPr txBox="1"/>
          <p:nvPr userDrawn="1"/>
        </p:nvSpPr>
        <p:spPr>
          <a:xfrm>
            <a:off x="6312061" y="1292423"/>
            <a:ext cx="1309632" cy="307777"/>
          </a:xfrm>
          <a:prstGeom prst="rect">
            <a:avLst/>
          </a:prstGeom>
        </p:spPr>
        <p:txBody>
          <a:bodyPr spcFirstLastPara="1" vert="horz" wrap="square" lIns="0" tIns="0" rIns="0" bIns="0" rtlCol="0" anchor="t" anchorCtr="0">
            <a:spAutoFit/>
          </a:bodyPr>
          <a:lstStyle/>
          <a:p>
            <a:pPr algn="l"/>
            <a:r>
              <a:rPr lang="en-US" sz="2000" b="1">
                <a:solidFill>
                  <a:srgbClr val="EC8B1F"/>
                </a:solidFill>
              </a:rPr>
              <a:t>Contacts</a:t>
            </a:r>
          </a:p>
        </p:txBody>
      </p:sp>
      <p:sp>
        <p:nvSpPr>
          <p:cNvPr id="15" name="Text Placeholder 15">
            <a:extLst>
              <a:ext uri="{FF2B5EF4-FFF2-40B4-BE49-F238E27FC236}">
                <a16:creationId xmlns:a16="http://schemas.microsoft.com/office/drawing/2014/main" id="{6F7D3064-CAB4-F58B-6A52-180E71253313}"/>
              </a:ext>
            </a:extLst>
          </p:cNvPr>
          <p:cNvSpPr>
            <a:spLocks noGrp="1"/>
          </p:cNvSpPr>
          <p:nvPr>
            <p:ph type="body" sz="quarter" idx="14" hasCustomPrompt="1"/>
          </p:nvPr>
        </p:nvSpPr>
        <p:spPr>
          <a:xfrm>
            <a:off x="6335211" y="4613809"/>
            <a:ext cx="5018589" cy="285219"/>
          </a:xfrm>
          <a:prstGeom prst="rect">
            <a:avLst/>
          </a:prstGeom>
        </p:spPr>
        <p:txBody>
          <a:bodyPr lIns="0" rIns="0" anchor="ctr" anchorCtr="0">
            <a:noAutofit/>
          </a:bodyPr>
          <a:lstStyle>
            <a:lvl1pPr marL="0" indent="0">
              <a:buNone/>
              <a:defRPr sz="1400" b="1"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16" name="Text Placeholder 17">
            <a:extLst>
              <a:ext uri="{FF2B5EF4-FFF2-40B4-BE49-F238E27FC236}">
                <a16:creationId xmlns:a16="http://schemas.microsoft.com/office/drawing/2014/main" id="{4BFF0F5D-3D19-C07A-558E-C94780083627}"/>
              </a:ext>
            </a:extLst>
          </p:cNvPr>
          <p:cNvSpPr>
            <a:spLocks noGrp="1"/>
          </p:cNvSpPr>
          <p:nvPr>
            <p:ph type="body" sz="quarter" idx="15" hasCustomPrompt="1"/>
          </p:nvPr>
        </p:nvSpPr>
        <p:spPr>
          <a:xfrm>
            <a:off x="6335211" y="4841667"/>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7" name="Text Placeholder 19">
            <a:extLst>
              <a:ext uri="{FF2B5EF4-FFF2-40B4-BE49-F238E27FC236}">
                <a16:creationId xmlns:a16="http://schemas.microsoft.com/office/drawing/2014/main" id="{16765685-9054-8775-F208-3A73A270357F}"/>
              </a:ext>
            </a:extLst>
          </p:cNvPr>
          <p:cNvSpPr>
            <a:spLocks noGrp="1"/>
          </p:cNvSpPr>
          <p:nvPr>
            <p:ph type="body" sz="quarter" idx="16" hasCustomPrompt="1"/>
          </p:nvPr>
        </p:nvSpPr>
        <p:spPr>
          <a:xfrm>
            <a:off x="6335211" y="5149213"/>
            <a:ext cx="5018589" cy="460077"/>
          </a:xfrm>
          <a:prstGeom prst="rect">
            <a:avLst/>
          </a:prstGeom>
        </p:spPr>
        <p:txBody>
          <a:bodyPr lIns="0" rIns="0" anchor="ctr" anchorCtr="0">
            <a:no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18" name="TextBox 17">
            <a:extLst>
              <a:ext uri="{FF2B5EF4-FFF2-40B4-BE49-F238E27FC236}">
                <a16:creationId xmlns:a16="http://schemas.microsoft.com/office/drawing/2014/main" id="{6764D02F-A46C-1CD3-FCD3-7E6DC2993FB2}"/>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a:solidFill>
                  <a:srgbClr val="EC8B1F"/>
                </a:solidFill>
                <a:latin typeface="Arial"/>
                <a:cs typeface="Arial"/>
              </a:rPr>
              <a:t>www.rsginc.com</a:t>
            </a:r>
          </a:p>
          <a:p>
            <a:pPr algn="r" defTabSz="914608">
              <a:tabLst>
                <a:tab pos="4665639" algn="l"/>
              </a:tabLst>
            </a:pPr>
            <a:endParaRPr lang="en-US" sz="1400" spc="100">
              <a:solidFill>
                <a:srgbClr val="EC8B1F"/>
              </a:solidFill>
              <a:latin typeface="Arial"/>
              <a:cs typeface="Arial"/>
            </a:endParaRPr>
          </a:p>
        </p:txBody>
      </p:sp>
      <p:sp>
        <p:nvSpPr>
          <p:cNvPr id="19" name="Text Placeholder 15">
            <a:extLst>
              <a:ext uri="{FF2B5EF4-FFF2-40B4-BE49-F238E27FC236}">
                <a16:creationId xmlns:a16="http://schemas.microsoft.com/office/drawing/2014/main" id="{C56BF557-5E06-3CDC-7CE6-52F789C21300}"/>
              </a:ext>
            </a:extLst>
          </p:cNvPr>
          <p:cNvSpPr>
            <a:spLocks noGrp="1"/>
          </p:cNvSpPr>
          <p:nvPr>
            <p:ph type="body" sz="quarter" idx="17" hasCustomPrompt="1"/>
          </p:nvPr>
        </p:nvSpPr>
        <p:spPr>
          <a:xfrm>
            <a:off x="6335211" y="1807205"/>
            <a:ext cx="5018589" cy="285219"/>
          </a:xfrm>
          <a:prstGeom prst="rect">
            <a:avLst/>
          </a:prstGeom>
        </p:spPr>
        <p:txBody>
          <a:bodyPr lIns="0" rIns="0" anchor="ctr" anchorCtr="0">
            <a:noAutofit/>
          </a:bodyPr>
          <a:lstStyle>
            <a:lvl1pPr marL="0" indent="0">
              <a:buNone/>
              <a:defRPr sz="1400" b="1"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20" name="Text Placeholder 17">
            <a:extLst>
              <a:ext uri="{FF2B5EF4-FFF2-40B4-BE49-F238E27FC236}">
                <a16:creationId xmlns:a16="http://schemas.microsoft.com/office/drawing/2014/main" id="{7D585F9B-E2B6-9ABE-40F0-FBA377C8FF56}"/>
              </a:ext>
            </a:extLst>
          </p:cNvPr>
          <p:cNvSpPr>
            <a:spLocks noGrp="1"/>
          </p:cNvSpPr>
          <p:nvPr>
            <p:ph type="body" sz="quarter" idx="18" hasCustomPrompt="1"/>
          </p:nvPr>
        </p:nvSpPr>
        <p:spPr>
          <a:xfrm>
            <a:off x="6335211" y="2035063"/>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21" name="Text Placeholder 19">
            <a:extLst>
              <a:ext uri="{FF2B5EF4-FFF2-40B4-BE49-F238E27FC236}">
                <a16:creationId xmlns:a16="http://schemas.microsoft.com/office/drawing/2014/main" id="{282B0FBE-1305-D996-DA3F-861ADF0EFFAD}"/>
              </a:ext>
            </a:extLst>
          </p:cNvPr>
          <p:cNvSpPr>
            <a:spLocks noGrp="1"/>
          </p:cNvSpPr>
          <p:nvPr>
            <p:ph type="body" sz="quarter" idx="19" hasCustomPrompt="1"/>
          </p:nvPr>
        </p:nvSpPr>
        <p:spPr>
          <a:xfrm>
            <a:off x="6335211" y="2342609"/>
            <a:ext cx="5018589" cy="460077"/>
          </a:xfrm>
          <a:prstGeom prst="rect">
            <a:avLst/>
          </a:prstGeom>
        </p:spPr>
        <p:txBody>
          <a:bodyPr lIns="0" rIns="0" anchor="ctr" anchorCtr="0">
            <a:no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pic>
        <p:nvPicPr>
          <p:cNvPr id="11" name="Picture 10" descr="A white letters on a black background&#10;&#10;Description automatically generated">
            <a:extLst>
              <a:ext uri="{FF2B5EF4-FFF2-40B4-BE49-F238E27FC236}">
                <a16:creationId xmlns:a16="http://schemas.microsoft.com/office/drawing/2014/main" id="{DAFA053A-1D58-3C1F-1A84-D92A454FED5A}"/>
              </a:ext>
            </a:extLst>
          </p:cNvPr>
          <p:cNvPicPr>
            <a:picLocks noChangeAspect="1"/>
          </p:cNvPicPr>
          <p:nvPr userDrawn="1"/>
        </p:nvPicPr>
        <p:blipFill>
          <a:blip r:embed="rId2"/>
          <a:stretch>
            <a:fillRect/>
          </a:stretch>
        </p:blipFill>
        <p:spPr>
          <a:xfrm>
            <a:off x="1607061" y="2705100"/>
            <a:ext cx="1610409" cy="414952"/>
          </a:xfrm>
          <a:prstGeom prst="rect">
            <a:avLst/>
          </a:prstGeom>
        </p:spPr>
      </p:pic>
    </p:spTree>
    <p:extLst>
      <p:ext uri="{BB962C8B-B14F-4D97-AF65-F5344CB8AC3E}">
        <p14:creationId xmlns:p14="http://schemas.microsoft.com/office/powerpoint/2010/main" val="33862595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03B.End Page w/ Map">
    <p:bg>
      <p:bgPr>
        <a:solidFill>
          <a:schemeClr val="tx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A23C478-0625-C6AF-57A6-A2FCE476B0CF}"/>
              </a:ext>
            </a:extLst>
          </p:cNvPr>
          <p:cNvGrpSpPr/>
          <p:nvPr userDrawn="1"/>
        </p:nvGrpSpPr>
        <p:grpSpPr>
          <a:xfrm>
            <a:off x="-267417" y="593203"/>
            <a:ext cx="7066773" cy="4279738"/>
            <a:chOff x="1362414" y="652144"/>
            <a:chExt cx="13987358" cy="8470942"/>
          </a:xfrm>
        </p:grpSpPr>
        <p:sp>
          <p:nvSpPr>
            <p:cNvPr id="6" name="Triangle 5">
              <a:extLst>
                <a:ext uri="{FF2B5EF4-FFF2-40B4-BE49-F238E27FC236}">
                  <a16:creationId xmlns:a16="http://schemas.microsoft.com/office/drawing/2014/main" id="{5EE13D69-D93C-3D1C-7115-D268E76C0797}"/>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0905921B-2870-BE74-2B21-9FBCC81F89B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 Placeholder 15">
            <a:extLst>
              <a:ext uri="{FF2B5EF4-FFF2-40B4-BE49-F238E27FC236}">
                <a16:creationId xmlns:a16="http://schemas.microsoft.com/office/drawing/2014/main" id="{DE19E56F-41B6-BA88-1398-216721B7AFDA}"/>
              </a:ext>
            </a:extLst>
          </p:cNvPr>
          <p:cNvSpPr>
            <a:spLocks noGrp="1"/>
          </p:cNvSpPr>
          <p:nvPr>
            <p:ph type="body" sz="quarter" idx="11" hasCustomPrompt="1"/>
          </p:nvPr>
        </p:nvSpPr>
        <p:spPr>
          <a:xfrm>
            <a:off x="1648538" y="4295051"/>
            <a:ext cx="4319850" cy="300796"/>
          </a:xfrm>
          <a:prstGeom prst="rect">
            <a:avLst/>
          </a:prstGeom>
        </p:spPr>
        <p:txBody>
          <a:bodyPr lIns="0" rIns="0" anchor="ctr" anchorCtr="0">
            <a:noAutofit/>
          </a:bodyPr>
          <a:lstStyle>
            <a:lvl1pPr marL="0" indent="0">
              <a:buNone/>
              <a:defRPr sz="1400" b="1"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12" name="Text Placeholder 17">
            <a:extLst>
              <a:ext uri="{FF2B5EF4-FFF2-40B4-BE49-F238E27FC236}">
                <a16:creationId xmlns:a16="http://schemas.microsoft.com/office/drawing/2014/main" id="{0B0A607E-3A18-03AF-635C-502FCF9C8907}"/>
              </a:ext>
            </a:extLst>
          </p:cNvPr>
          <p:cNvSpPr>
            <a:spLocks noGrp="1"/>
          </p:cNvSpPr>
          <p:nvPr>
            <p:ph type="body" sz="quarter" idx="12" hasCustomPrompt="1"/>
          </p:nvPr>
        </p:nvSpPr>
        <p:spPr>
          <a:xfrm>
            <a:off x="1648537" y="4538083"/>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3" name="Text Placeholder 19">
            <a:extLst>
              <a:ext uri="{FF2B5EF4-FFF2-40B4-BE49-F238E27FC236}">
                <a16:creationId xmlns:a16="http://schemas.microsoft.com/office/drawing/2014/main" id="{3AA7463D-76F4-DD17-05E2-4B4AC5C38A85}"/>
              </a:ext>
            </a:extLst>
          </p:cNvPr>
          <p:cNvSpPr>
            <a:spLocks noGrp="1"/>
          </p:cNvSpPr>
          <p:nvPr>
            <p:ph type="body" sz="quarter" idx="13" hasCustomPrompt="1"/>
          </p:nvPr>
        </p:nvSpPr>
        <p:spPr>
          <a:xfrm>
            <a:off x="1648537" y="4845629"/>
            <a:ext cx="4319851" cy="460077"/>
          </a:xfrm>
          <a:prstGeom prst="rect">
            <a:avLst/>
          </a:prstGeom>
        </p:spPr>
        <p:txBody>
          <a:bodyPr lIns="0" rIns="0" anchor="t" anchorCtr="0">
            <a:no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23" name="TextBox 22">
            <a:extLst>
              <a:ext uri="{FF2B5EF4-FFF2-40B4-BE49-F238E27FC236}">
                <a16:creationId xmlns:a16="http://schemas.microsoft.com/office/drawing/2014/main" id="{DB7F15E5-975F-ED59-99AF-23B54444B361}"/>
              </a:ext>
            </a:extLst>
          </p:cNvPr>
          <p:cNvSpPr txBox="1"/>
          <p:nvPr userDrawn="1"/>
        </p:nvSpPr>
        <p:spPr>
          <a:xfrm>
            <a:off x="1616146" y="3740912"/>
            <a:ext cx="1309632" cy="307777"/>
          </a:xfrm>
          <a:prstGeom prst="rect">
            <a:avLst/>
          </a:prstGeom>
        </p:spPr>
        <p:txBody>
          <a:bodyPr spcFirstLastPara="1" vert="horz" wrap="square" lIns="0" tIns="0" rIns="0" bIns="0" rtlCol="0" anchor="t" anchorCtr="0">
            <a:spAutoFit/>
          </a:bodyPr>
          <a:lstStyle/>
          <a:p>
            <a:pPr algn="l"/>
            <a:r>
              <a:rPr lang="en-US" sz="2000" b="1">
                <a:solidFill>
                  <a:srgbClr val="EC8B1F"/>
                </a:solidFill>
              </a:rPr>
              <a:t>Contacts</a:t>
            </a:r>
          </a:p>
        </p:txBody>
      </p:sp>
      <p:sp>
        <p:nvSpPr>
          <p:cNvPr id="24" name="Text Placeholder 15">
            <a:extLst>
              <a:ext uri="{FF2B5EF4-FFF2-40B4-BE49-F238E27FC236}">
                <a16:creationId xmlns:a16="http://schemas.microsoft.com/office/drawing/2014/main" id="{818F19F7-DE6B-739E-C681-BAC240351F8F}"/>
              </a:ext>
            </a:extLst>
          </p:cNvPr>
          <p:cNvSpPr>
            <a:spLocks noGrp="1"/>
          </p:cNvSpPr>
          <p:nvPr>
            <p:ph type="body" sz="quarter" idx="14" hasCustomPrompt="1"/>
          </p:nvPr>
        </p:nvSpPr>
        <p:spPr>
          <a:xfrm>
            <a:off x="5536134" y="4298055"/>
            <a:ext cx="4319850" cy="300796"/>
          </a:xfrm>
          <a:prstGeom prst="rect">
            <a:avLst/>
          </a:prstGeom>
        </p:spPr>
        <p:txBody>
          <a:bodyPr lIns="0" rIns="0" anchor="ctr" anchorCtr="0">
            <a:noAutofit/>
          </a:bodyPr>
          <a:lstStyle>
            <a:lvl1pPr marL="0" indent="0">
              <a:buNone/>
              <a:defRPr sz="1400" b="1"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25" name="Text Placeholder 17">
            <a:extLst>
              <a:ext uri="{FF2B5EF4-FFF2-40B4-BE49-F238E27FC236}">
                <a16:creationId xmlns:a16="http://schemas.microsoft.com/office/drawing/2014/main" id="{E4B80493-0F21-5E47-9839-36FC66CC6353}"/>
              </a:ext>
            </a:extLst>
          </p:cNvPr>
          <p:cNvSpPr>
            <a:spLocks noGrp="1"/>
          </p:cNvSpPr>
          <p:nvPr>
            <p:ph type="body" sz="quarter" idx="15" hasCustomPrompt="1"/>
          </p:nvPr>
        </p:nvSpPr>
        <p:spPr>
          <a:xfrm>
            <a:off x="5536133" y="4541087"/>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26" name="Text Placeholder 19">
            <a:extLst>
              <a:ext uri="{FF2B5EF4-FFF2-40B4-BE49-F238E27FC236}">
                <a16:creationId xmlns:a16="http://schemas.microsoft.com/office/drawing/2014/main" id="{D0D6816F-4237-8AFF-2FA3-20A430AF1CB7}"/>
              </a:ext>
            </a:extLst>
          </p:cNvPr>
          <p:cNvSpPr>
            <a:spLocks noGrp="1"/>
          </p:cNvSpPr>
          <p:nvPr>
            <p:ph type="body" sz="quarter" idx="16" hasCustomPrompt="1"/>
          </p:nvPr>
        </p:nvSpPr>
        <p:spPr>
          <a:xfrm>
            <a:off x="5536133" y="4848633"/>
            <a:ext cx="4319851" cy="460077"/>
          </a:xfrm>
          <a:prstGeom prst="rect">
            <a:avLst/>
          </a:prstGeom>
        </p:spPr>
        <p:txBody>
          <a:bodyPr lIns="0" rIns="0" anchor="t" anchorCtr="0">
            <a:no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pic>
        <p:nvPicPr>
          <p:cNvPr id="27" name="Picture 26" descr="Map&#10;&#10;Description automatically generated">
            <a:extLst>
              <a:ext uri="{FF2B5EF4-FFF2-40B4-BE49-F238E27FC236}">
                <a16:creationId xmlns:a16="http://schemas.microsoft.com/office/drawing/2014/main" id="{D9D23E18-1BDA-B5E8-B300-ACE8DBA1D70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51163" y="360000"/>
            <a:ext cx="6318563" cy="3733697"/>
          </a:xfrm>
          <a:prstGeom prst="rect">
            <a:avLst/>
          </a:prstGeom>
        </p:spPr>
      </p:pic>
      <p:sp>
        <p:nvSpPr>
          <p:cNvPr id="28" name="TextBox 27">
            <a:extLst>
              <a:ext uri="{FF2B5EF4-FFF2-40B4-BE49-F238E27FC236}">
                <a16:creationId xmlns:a16="http://schemas.microsoft.com/office/drawing/2014/main" id="{55EE3318-FFFB-2C43-7B14-ED77132A37A4}"/>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a:solidFill>
                  <a:srgbClr val="EC8B1F"/>
                </a:solidFill>
                <a:latin typeface="Arial"/>
                <a:cs typeface="Arial"/>
              </a:rPr>
              <a:t>www.rsginc.com</a:t>
            </a:r>
          </a:p>
          <a:p>
            <a:pPr algn="r" defTabSz="914608">
              <a:tabLst>
                <a:tab pos="4665639" algn="l"/>
              </a:tabLst>
            </a:pPr>
            <a:endParaRPr lang="en-US" sz="1400" spc="100">
              <a:solidFill>
                <a:srgbClr val="EC8B1F"/>
              </a:solidFill>
              <a:latin typeface="Arial"/>
              <a:cs typeface="Arial"/>
            </a:endParaRPr>
          </a:p>
        </p:txBody>
      </p:sp>
      <p:pic>
        <p:nvPicPr>
          <p:cNvPr id="5" name="Picture 4" descr="A white letters on a black background&#10;&#10;Description automatically generated">
            <a:extLst>
              <a:ext uri="{FF2B5EF4-FFF2-40B4-BE49-F238E27FC236}">
                <a16:creationId xmlns:a16="http://schemas.microsoft.com/office/drawing/2014/main" id="{85A0E99C-CF3A-0E2A-8C59-860E59F2CD57}"/>
              </a:ext>
            </a:extLst>
          </p:cNvPr>
          <p:cNvPicPr>
            <a:picLocks noChangeAspect="1"/>
          </p:cNvPicPr>
          <p:nvPr userDrawn="1"/>
        </p:nvPicPr>
        <p:blipFill>
          <a:blip r:embed="rId3"/>
          <a:stretch>
            <a:fillRect/>
          </a:stretch>
        </p:blipFill>
        <p:spPr>
          <a:xfrm>
            <a:off x="1607061" y="2705100"/>
            <a:ext cx="1610409" cy="414952"/>
          </a:xfrm>
          <a:prstGeom prst="rect">
            <a:avLst/>
          </a:prstGeom>
        </p:spPr>
      </p:pic>
    </p:spTree>
    <p:extLst>
      <p:ext uri="{BB962C8B-B14F-4D97-AF65-F5344CB8AC3E}">
        <p14:creationId xmlns:p14="http://schemas.microsoft.com/office/powerpoint/2010/main" val="4183056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01. Title Pag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8E56B88-6B80-DAA7-0E19-DF822ECA59B0}"/>
              </a:ext>
            </a:extLst>
          </p:cNvPr>
          <p:cNvGrpSpPr/>
          <p:nvPr userDrawn="1"/>
        </p:nvGrpSpPr>
        <p:grpSpPr>
          <a:xfrm>
            <a:off x="3046648" y="1600200"/>
            <a:ext cx="9145352" cy="5257800"/>
            <a:chOff x="1377056" y="652144"/>
            <a:chExt cx="13180133" cy="7577456"/>
          </a:xfrm>
        </p:grpSpPr>
        <p:sp>
          <p:nvSpPr>
            <p:cNvPr id="9" name="Triangle 8">
              <a:extLst>
                <a:ext uri="{FF2B5EF4-FFF2-40B4-BE49-F238E27FC236}">
                  <a16:creationId xmlns:a16="http://schemas.microsoft.com/office/drawing/2014/main" id="{B3F66F09-50ED-A31C-D8C9-DBB9A7C82210}"/>
                </a:ext>
              </a:extLst>
            </p:cNvPr>
            <p:cNvSpPr/>
            <p:nvPr userDrawn="1"/>
          </p:nvSpPr>
          <p:spPr>
            <a:xfrm>
              <a:off x="6288365" y="3057984"/>
              <a:ext cx="8268824" cy="5171616"/>
            </a:xfrm>
            <a:prstGeom prst="triangle">
              <a:avLst/>
            </a:prstGeom>
            <a:solidFill>
              <a:srgbClr val="EC8B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 name="Triangle 9">
              <a:extLst>
                <a:ext uri="{FF2B5EF4-FFF2-40B4-BE49-F238E27FC236}">
                  <a16:creationId xmlns:a16="http://schemas.microsoft.com/office/drawing/2014/main" id="{F39004B4-B9D9-63A1-8F3C-CCF0D6CF64D2}"/>
                </a:ext>
              </a:extLst>
            </p:cNvPr>
            <p:cNvSpPr/>
            <p:nvPr userDrawn="1"/>
          </p:nvSpPr>
          <p:spPr>
            <a:xfrm>
              <a:off x="1377056" y="652144"/>
              <a:ext cx="10564658" cy="6607513"/>
            </a:xfrm>
            <a:prstGeom prst="triangle">
              <a:avLst/>
            </a:prstGeom>
            <a:gradFill>
              <a:gsLst>
                <a:gs pos="0">
                  <a:srgbClr val="DCDDDE"/>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19" name="Google Shape;30;p7">
            <a:extLst>
              <a:ext uri="{FF2B5EF4-FFF2-40B4-BE49-F238E27FC236}">
                <a16:creationId xmlns:a16="http://schemas.microsoft.com/office/drawing/2014/main" id="{577E4104-8623-D41E-7340-B16961659A66}"/>
              </a:ext>
            </a:extLst>
          </p:cNvPr>
          <p:cNvSpPr txBox="1">
            <a:spLocks noGrp="1"/>
          </p:cNvSpPr>
          <p:nvPr>
            <p:ph type="subTitle" idx="1" hasCustomPrompt="1"/>
          </p:nvPr>
        </p:nvSpPr>
        <p:spPr>
          <a:xfrm>
            <a:off x="838200" y="2971800"/>
            <a:ext cx="4625341" cy="282129"/>
          </a:xfrm>
          <a:prstGeom prst="rect">
            <a:avLst/>
          </a:prstGeom>
        </p:spPr>
        <p:txBody>
          <a:bodyPr spcFirstLastPara="1" wrap="square" lIns="0" tIns="0" rIns="0" bIns="0" anchor="t" anchorCtr="0">
            <a:spAutoFit/>
          </a:bodyPr>
          <a:lstStyle>
            <a:lvl1pPr marL="0" lvl="0" rtl="0">
              <a:lnSpc>
                <a:spcPts val="2200"/>
              </a:lnSpc>
              <a:spcBef>
                <a:spcPts val="0"/>
              </a:spcBef>
              <a:spcAft>
                <a:spcPts val="0"/>
              </a:spcAft>
              <a:buNone/>
              <a:defRPr sz="2000" b="0">
                <a:solidFill>
                  <a:srgbClr val="EC8B1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add Presentation Subtitle</a:t>
            </a:r>
            <a:endParaRPr/>
          </a:p>
        </p:txBody>
      </p:sp>
      <p:sp>
        <p:nvSpPr>
          <p:cNvPr id="20" name="Google Shape;31;p7">
            <a:extLst>
              <a:ext uri="{FF2B5EF4-FFF2-40B4-BE49-F238E27FC236}">
                <a16:creationId xmlns:a16="http://schemas.microsoft.com/office/drawing/2014/main" id="{12B30F7A-84E5-82C7-9714-77E85F9A356B}"/>
              </a:ext>
            </a:extLst>
          </p:cNvPr>
          <p:cNvSpPr txBox="1">
            <a:spLocks noGrp="1"/>
          </p:cNvSpPr>
          <p:nvPr>
            <p:ph type="title" hasCustomPrompt="1"/>
          </p:nvPr>
        </p:nvSpPr>
        <p:spPr>
          <a:xfrm>
            <a:off x="838200" y="1496477"/>
            <a:ext cx="5539741" cy="1231106"/>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rgbClr val="48484A"/>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a:t>Click To Add Presentation Title</a:t>
            </a:r>
            <a:endParaRPr/>
          </a:p>
        </p:txBody>
      </p:sp>
      <p:sp>
        <p:nvSpPr>
          <p:cNvPr id="32" name="Text Placeholder 31">
            <a:extLst>
              <a:ext uri="{FF2B5EF4-FFF2-40B4-BE49-F238E27FC236}">
                <a16:creationId xmlns:a16="http://schemas.microsoft.com/office/drawing/2014/main" id="{9AE6FECA-3A9C-2115-ABC5-00727934BABA}"/>
              </a:ext>
            </a:extLst>
          </p:cNvPr>
          <p:cNvSpPr>
            <a:spLocks noGrp="1"/>
          </p:cNvSpPr>
          <p:nvPr>
            <p:ph type="body" sz="quarter" idx="10" hasCustomPrompt="1"/>
          </p:nvPr>
        </p:nvSpPr>
        <p:spPr>
          <a:xfrm>
            <a:off x="838200" y="5609685"/>
            <a:ext cx="2843212" cy="265493"/>
          </a:xfrm>
          <a:prstGeom prst="rect">
            <a:avLst/>
          </a:prstGeom>
        </p:spPr>
        <p:txBody>
          <a:bodyPr/>
          <a:lstStyle>
            <a:lvl1pPr marL="0" indent="0">
              <a:buFontTx/>
              <a:buNone/>
              <a:defRPr sz="1200">
                <a:solidFill>
                  <a:srgbClr val="EC8B1F"/>
                </a:solidFill>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a:t>Click to edit date</a:t>
            </a:r>
          </a:p>
        </p:txBody>
      </p:sp>
      <p:sp>
        <p:nvSpPr>
          <p:cNvPr id="34" name="Text Placeholder 33">
            <a:extLst>
              <a:ext uri="{FF2B5EF4-FFF2-40B4-BE49-F238E27FC236}">
                <a16:creationId xmlns:a16="http://schemas.microsoft.com/office/drawing/2014/main" id="{E0A3B46D-C2AA-90CB-1BB3-D959C213E6F8}"/>
              </a:ext>
            </a:extLst>
          </p:cNvPr>
          <p:cNvSpPr>
            <a:spLocks noGrp="1"/>
          </p:cNvSpPr>
          <p:nvPr>
            <p:ph type="body" sz="quarter" idx="11" hasCustomPrompt="1"/>
          </p:nvPr>
        </p:nvSpPr>
        <p:spPr>
          <a:xfrm>
            <a:off x="841375" y="5870258"/>
            <a:ext cx="2879725" cy="265365"/>
          </a:xfrm>
        </p:spPr>
        <p:txBody>
          <a:bodyPr/>
          <a:lstStyle/>
          <a:p>
            <a:pPr lvl="0"/>
            <a:r>
              <a:rPr lang="en-US"/>
              <a:t>Click to add Presenter(s) name</a:t>
            </a:r>
          </a:p>
        </p:txBody>
      </p:sp>
      <p:pic>
        <p:nvPicPr>
          <p:cNvPr id="7" name="Picture 6" descr="A black and white logo&#10;&#10;Description automatically generated">
            <a:extLst>
              <a:ext uri="{FF2B5EF4-FFF2-40B4-BE49-F238E27FC236}">
                <a16:creationId xmlns:a16="http://schemas.microsoft.com/office/drawing/2014/main" id="{1A2D865F-4F62-EBAD-D6DE-BC5119C95777}"/>
              </a:ext>
            </a:extLst>
          </p:cNvPr>
          <p:cNvPicPr>
            <a:picLocks noChangeAspect="1"/>
          </p:cNvPicPr>
          <p:nvPr userDrawn="1"/>
        </p:nvPicPr>
        <p:blipFill>
          <a:blip r:embed="rId2"/>
          <a:stretch>
            <a:fillRect/>
          </a:stretch>
        </p:blipFill>
        <p:spPr>
          <a:xfrm>
            <a:off x="9754171" y="3269550"/>
            <a:ext cx="1679878" cy="471394"/>
          </a:xfrm>
          <a:prstGeom prst="rect">
            <a:avLst/>
          </a:prstGeom>
        </p:spPr>
      </p:pic>
    </p:spTree>
    <p:extLst>
      <p:ext uri="{BB962C8B-B14F-4D97-AF65-F5344CB8AC3E}">
        <p14:creationId xmlns:p14="http://schemas.microsoft.com/office/powerpoint/2010/main" val="3454906195"/>
      </p:ext>
    </p:extLst>
  </p:cSld>
  <p:clrMapOvr>
    <a:masterClrMapping/>
  </p:clrMapOvr>
  <p:extLst>
    <p:ext uri="{DCECCB84-F9BA-43D5-87BE-67443E8EF086}">
      <p15:sldGuideLst xmlns:p15="http://schemas.microsoft.com/office/powerpoint/2012/main">
        <p15:guide id="1" orient="horz" pos="2160">
          <p15:clr>
            <a:srgbClr val="F26B43"/>
          </p15:clr>
        </p15:guide>
        <p15:guide id="2" pos="3840">
          <p15:clr>
            <a:srgbClr val="F26B43"/>
          </p15:clr>
        </p15:guide>
        <p15:guide id="3" pos="528">
          <p15:clr>
            <a:srgbClr val="A4A3A4"/>
          </p15:clr>
        </p15:guide>
        <p15:guide id="4" pos="7152">
          <p15:clr>
            <a:srgbClr val="A4A3A4"/>
          </p15:clr>
        </p15:guide>
        <p15:guide id="5" orient="horz" pos="408">
          <p15:clr>
            <a:srgbClr val="A4A3A4"/>
          </p15:clr>
        </p15:guide>
        <p15:guide id="6" orient="horz" pos="696">
          <p15:clr>
            <a:srgbClr val="5ACBF0"/>
          </p15:clr>
        </p15:guide>
        <p15:guide id="7" orient="horz" pos="1008">
          <p15:clr>
            <a:srgbClr val="5ACBF0"/>
          </p15:clr>
        </p15:guide>
        <p15:guide id="8" orient="horz" pos="1296">
          <p15:clr>
            <a:srgbClr val="5ACBF0"/>
          </p15:clr>
        </p15:guide>
        <p15:guide id="9" orient="horz" pos="1584">
          <p15:clr>
            <a:srgbClr val="5ACBF0"/>
          </p15:clr>
        </p15:guide>
        <p15:guide id="10" orient="horz" pos="1872">
          <p15:clr>
            <a:srgbClr val="5ACBF0"/>
          </p15:clr>
        </p15:guide>
        <p15:guide id="11" orient="horz" pos="2448">
          <p15:clr>
            <a:srgbClr val="5ACBF0"/>
          </p15:clr>
        </p15:guide>
        <p15:guide id="12" orient="horz" pos="2736">
          <p15:clr>
            <a:srgbClr val="5ACBF0"/>
          </p15:clr>
        </p15:guide>
        <p15:guide id="13" orient="horz" pos="3024">
          <p15:clr>
            <a:srgbClr val="5ACBF0"/>
          </p15:clr>
        </p15:guide>
        <p15:guide id="14" orient="horz" pos="3312">
          <p15:clr>
            <a:srgbClr val="5ACBF0"/>
          </p15:clr>
        </p15:guide>
        <p15:guide id="15" orient="horz" pos="3600">
          <p15:clr>
            <a:srgbClr val="5ACBF0"/>
          </p15:clr>
        </p15:guide>
        <p15:guide id="16" orient="horz" pos="3888">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01. Title Pag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8E56B88-6B80-DAA7-0E19-DF822ECA59B0}"/>
              </a:ext>
            </a:extLst>
          </p:cNvPr>
          <p:cNvGrpSpPr/>
          <p:nvPr userDrawn="1"/>
        </p:nvGrpSpPr>
        <p:grpSpPr>
          <a:xfrm>
            <a:off x="3046648" y="1600200"/>
            <a:ext cx="9145352" cy="5257800"/>
            <a:chOff x="1377056" y="652144"/>
            <a:chExt cx="13180133" cy="7577456"/>
          </a:xfrm>
        </p:grpSpPr>
        <p:sp>
          <p:nvSpPr>
            <p:cNvPr id="9" name="Triangle 8">
              <a:extLst>
                <a:ext uri="{FF2B5EF4-FFF2-40B4-BE49-F238E27FC236}">
                  <a16:creationId xmlns:a16="http://schemas.microsoft.com/office/drawing/2014/main" id="{B3F66F09-50ED-A31C-D8C9-DBB9A7C82210}"/>
                </a:ext>
              </a:extLst>
            </p:cNvPr>
            <p:cNvSpPr/>
            <p:nvPr userDrawn="1"/>
          </p:nvSpPr>
          <p:spPr>
            <a:xfrm>
              <a:off x="6288365" y="3057984"/>
              <a:ext cx="8268824" cy="5171616"/>
            </a:xfrm>
            <a:prstGeom prst="triangle">
              <a:avLst/>
            </a:prstGeom>
            <a:solidFill>
              <a:srgbClr val="EC8B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 name="Triangle 9">
              <a:extLst>
                <a:ext uri="{FF2B5EF4-FFF2-40B4-BE49-F238E27FC236}">
                  <a16:creationId xmlns:a16="http://schemas.microsoft.com/office/drawing/2014/main" id="{F39004B4-B9D9-63A1-8F3C-CCF0D6CF64D2}"/>
                </a:ext>
              </a:extLst>
            </p:cNvPr>
            <p:cNvSpPr/>
            <p:nvPr userDrawn="1"/>
          </p:nvSpPr>
          <p:spPr>
            <a:xfrm>
              <a:off x="1377056" y="652144"/>
              <a:ext cx="10564658" cy="6607513"/>
            </a:xfrm>
            <a:prstGeom prst="triangle">
              <a:avLst/>
            </a:prstGeom>
            <a:gradFill>
              <a:gsLst>
                <a:gs pos="0">
                  <a:srgbClr val="DCDDDE"/>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19" name="Google Shape;30;p7">
            <a:extLst>
              <a:ext uri="{FF2B5EF4-FFF2-40B4-BE49-F238E27FC236}">
                <a16:creationId xmlns:a16="http://schemas.microsoft.com/office/drawing/2014/main" id="{577E4104-8623-D41E-7340-B16961659A66}"/>
              </a:ext>
            </a:extLst>
          </p:cNvPr>
          <p:cNvSpPr txBox="1">
            <a:spLocks noGrp="1"/>
          </p:cNvSpPr>
          <p:nvPr>
            <p:ph type="subTitle" idx="1" hasCustomPrompt="1"/>
          </p:nvPr>
        </p:nvSpPr>
        <p:spPr>
          <a:xfrm>
            <a:off x="838200" y="2971800"/>
            <a:ext cx="4625341" cy="282129"/>
          </a:xfrm>
          <a:prstGeom prst="rect">
            <a:avLst/>
          </a:prstGeom>
        </p:spPr>
        <p:txBody>
          <a:bodyPr spcFirstLastPara="1" wrap="square" lIns="0" tIns="0" rIns="0" bIns="0" anchor="t" anchorCtr="0">
            <a:spAutoFit/>
          </a:bodyPr>
          <a:lstStyle>
            <a:lvl1pPr marL="0" lvl="0" rtl="0">
              <a:lnSpc>
                <a:spcPts val="2200"/>
              </a:lnSpc>
              <a:spcBef>
                <a:spcPts val="0"/>
              </a:spcBef>
              <a:spcAft>
                <a:spcPts val="0"/>
              </a:spcAft>
              <a:buNone/>
              <a:defRPr sz="2000" b="0">
                <a:solidFill>
                  <a:srgbClr val="EC8B1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add Presentation Subtitle</a:t>
            </a:r>
            <a:endParaRPr/>
          </a:p>
        </p:txBody>
      </p:sp>
      <p:sp>
        <p:nvSpPr>
          <p:cNvPr id="20" name="Google Shape;31;p7">
            <a:extLst>
              <a:ext uri="{FF2B5EF4-FFF2-40B4-BE49-F238E27FC236}">
                <a16:creationId xmlns:a16="http://schemas.microsoft.com/office/drawing/2014/main" id="{12B30F7A-84E5-82C7-9714-77E85F9A356B}"/>
              </a:ext>
            </a:extLst>
          </p:cNvPr>
          <p:cNvSpPr txBox="1">
            <a:spLocks noGrp="1"/>
          </p:cNvSpPr>
          <p:nvPr>
            <p:ph type="title" hasCustomPrompt="1"/>
          </p:nvPr>
        </p:nvSpPr>
        <p:spPr>
          <a:xfrm>
            <a:off x="838200" y="1496477"/>
            <a:ext cx="5539741" cy="1231106"/>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rgbClr val="48484A"/>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a:t>Click To Add Presentation Title</a:t>
            </a:r>
            <a:endParaRPr/>
          </a:p>
        </p:txBody>
      </p:sp>
      <p:sp>
        <p:nvSpPr>
          <p:cNvPr id="32" name="Text Placeholder 31">
            <a:extLst>
              <a:ext uri="{FF2B5EF4-FFF2-40B4-BE49-F238E27FC236}">
                <a16:creationId xmlns:a16="http://schemas.microsoft.com/office/drawing/2014/main" id="{9AE6FECA-3A9C-2115-ABC5-00727934BABA}"/>
              </a:ext>
            </a:extLst>
          </p:cNvPr>
          <p:cNvSpPr>
            <a:spLocks noGrp="1"/>
          </p:cNvSpPr>
          <p:nvPr>
            <p:ph type="body" sz="quarter" idx="10" hasCustomPrompt="1"/>
          </p:nvPr>
        </p:nvSpPr>
        <p:spPr>
          <a:xfrm>
            <a:off x="838200" y="5609685"/>
            <a:ext cx="2843212" cy="265493"/>
          </a:xfrm>
          <a:prstGeom prst="rect">
            <a:avLst/>
          </a:prstGeom>
        </p:spPr>
        <p:txBody>
          <a:bodyPr/>
          <a:lstStyle>
            <a:lvl1pPr marL="0" indent="0">
              <a:buFontTx/>
              <a:buNone/>
              <a:defRPr sz="1200">
                <a:solidFill>
                  <a:srgbClr val="EC8B1F"/>
                </a:solidFill>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a:t>Click to edit date</a:t>
            </a:r>
          </a:p>
        </p:txBody>
      </p:sp>
      <p:sp>
        <p:nvSpPr>
          <p:cNvPr id="34" name="Text Placeholder 33">
            <a:extLst>
              <a:ext uri="{FF2B5EF4-FFF2-40B4-BE49-F238E27FC236}">
                <a16:creationId xmlns:a16="http://schemas.microsoft.com/office/drawing/2014/main" id="{E0A3B46D-C2AA-90CB-1BB3-D959C213E6F8}"/>
              </a:ext>
            </a:extLst>
          </p:cNvPr>
          <p:cNvSpPr>
            <a:spLocks noGrp="1"/>
          </p:cNvSpPr>
          <p:nvPr>
            <p:ph type="body" sz="quarter" idx="11" hasCustomPrompt="1"/>
          </p:nvPr>
        </p:nvSpPr>
        <p:spPr>
          <a:xfrm>
            <a:off x="841375" y="5870258"/>
            <a:ext cx="2879725" cy="265365"/>
          </a:xfrm>
        </p:spPr>
        <p:txBody>
          <a:bodyPr/>
          <a:lstStyle/>
          <a:p>
            <a:pPr lvl="0"/>
            <a:r>
              <a:rPr lang="en-US"/>
              <a:t>Click to add Presenter(s) name</a:t>
            </a:r>
          </a:p>
        </p:txBody>
      </p:sp>
      <p:pic>
        <p:nvPicPr>
          <p:cNvPr id="2" name="Picture 1" descr="A black and white logo&#10;&#10;Description automatically generated">
            <a:extLst>
              <a:ext uri="{FF2B5EF4-FFF2-40B4-BE49-F238E27FC236}">
                <a16:creationId xmlns:a16="http://schemas.microsoft.com/office/drawing/2014/main" id="{95F1172E-9154-373E-3045-2C12E4BD00CE}"/>
              </a:ext>
            </a:extLst>
          </p:cNvPr>
          <p:cNvPicPr>
            <a:picLocks noChangeAspect="1"/>
          </p:cNvPicPr>
          <p:nvPr userDrawn="1"/>
        </p:nvPicPr>
        <p:blipFill>
          <a:blip r:embed="rId2"/>
          <a:stretch>
            <a:fillRect/>
          </a:stretch>
        </p:blipFill>
        <p:spPr>
          <a:xfrm>
            <a:off x="9754171" y="3269550"/>
            <a:ext cx="1679878" cy="471394"/>
          </a:xfrm>
          <a:prstGeom prst="rect">
            <a:avLst/>
          </a:prstGeom>
        </p:spPr>
      </p:pic>
    </p:spTree>
    <p:extLst>
      <p:ext uri="{BB962C8B-B14F-4D97-AF65-F5344CB8AC3E}">
        <p14:creationId xmlns:p14="http://schemas.microsoft.com/office/powerpoint/2010/main" val="122197433"/>
      </p:ext>
    </p:extLst>
  </p:cSld>
  <p:clrMapOvr>
    <a:masterClrMapping/>
  </p:clrMapOvr>
  <p:extLst>
    <p:ext uri="{DCECCB84-F9BA-43D5-87BE-67443E8EF086}">
      <p15:sldGuideLst xmlns:p15="http://schemas.microsoft.com/office/powerpoint/2012/main">
        <p15:guide id="1" orient="horz" pos="2160">
          <p15:clr>
            <a:srgbClr val="F26B43"/>
          </p15:clr>
        </p15:guide>
        <p15:guide id="2" pos="3840">
          <p15:clr>
            <a:srgbClr val="F26B43"/>
          </p15:clr>
        </p15:guide>
        <p15:guide id="3" pos="528">
          <p15:clr>
            <a:srgbClr val="A4A3A4"/>
          </p15:clr>
        </p15:guide>
        <p15:guide id="4" pos="7152">
          <p15:clr>
            <a:srgbClr val="A4A3A4"/>
          </p15:clr>
        </p15:guide>
        <p15:guide id="5" orient="horz" pos="408">
          <p15:clr>
            <a:srgbClr val="A4A3A4"/>
          </p15:clr>
        </p15:guide>
        <p15:guide id="6" orient="horz" pos="696">
          <p15:clr>
            <a:srgbClr val="5ACBF0"/>
          </p15:clr>
        </p15:guide>
        <p15:guide id="7" orient="horz" pos="1008">
          <p15:clr>
            <a:srgbClr val="5ACBF0"/>
          </p15:clr>
        </p15:guide>
        <p15:guide id="8" orient="horz" pos="1296">
          <p15:clr>
            <a:srgbClr val="5ACBF0"/>
          </p15:clr>
        </p15:guide>
        <p15:guide id="9" orient="horz" pos="1584">
          <p15:clr>
            <a:srgbClr val="5ACBF0"/>
          </p15:clr>
        </p15:guide>
        <p15:guide id="10" orient="horz" pos="1872">
          <p15:clr>
            <a:srgbClr val="5ACBF0"/>
          </p15:clr>
        </p15:guide>
        <p15:guide id="11" orient="horz" pos="2448">
          <p15:clr>
            <a:srgbClr val="5ACBF0"/>
          </p15:clr>
        </p15:guide>
        <p15:guide id="12" orient="horz" pos="2736">
          <p15:clr>
            <a:srgbClr val="5ACBF0"/>
          </p15:clr>
        </p15:guide>
        <p15:guide id="13" orient="horz" pos="3024">
          <p15:clr>
            <a:srgbClr val="5ACBF0"/>
          </p15:clr>
        </p15:guide>
        <p15:guide id="14" orient="horz" pos="3312">
          <p15:clr>
            <a:srgbClr val="5ACBF0"/>
          </p15:clr>
        </p15:guide>
        <p15:guide id="15" orient="horz" pos="3600">
          <p15:clr>
            <a:srgbClr val="5ACBF0"/>
          </p15:clr>
        </p15:guide>
        <p15:guide id="16"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02. Divider Page">
    <p:spTree>
      <p:nvGrpSpPr>
        <p:cNvPr id="1" name=""/>
        <p:cNvGrpSpPr/>
        <p:nvPr/>
      </p:nvGrpSpPr>
      <p:grpSpPr>
        <a:xfrm>
          <a:off x="0" y="0"/>
          <a:ext cx="0" cy="0"/>
          <a:chOff x="0" y="0"/>
          <a:chExt cx="0" cy="0"/>
        </a:xfrm>
      </p:grpSpPr>
      <p:sp>
        <p:nvSpPr>
          <p:cNvPr id="2" name="Google Shape;30;p7">
            <a:extLst>
              <a:ext uri="{FF2B5EF4-FFF2-40B4-BE49-F238E27FC236}">
                <a16:creationId xmlns:a16="http://schemas.microsoft.com/office/drawing/2014/main" id="{89FDE02A-D6A0-3A29-BE99-0EE5682B1B53}"/>
              </a:ext>
            </a:extLst>
          </p:cNvPr>
          <p:cNvSpPr txBox="1">
            <a:spLocks noGrp="1"/>
          </p:cNvSpPr>
          <p:nvPr>
            <p:ph type="subTitle" idx="1" hasCustomPrompt="1"/>
          </p:nvPr>
        </p:nvSpPr>
        <p:spPr>
          <a:xfrm>
            <a:off x="848945" y="615043"/>
            <a:ext cx="10504855" cy="280718"/>
          </a:xfrm>
          <a:prstGeom prst="rect">
            <a:avLst/>
          </a:prstGeom>
        </p:spPr>
        <p:txBody>
          <a:bodyPr spcFirstLastPara="1" wrap="square" lIns="0" tIns="0" rIns="0" bIns="0" anchor="t" anchorCtr="0">
            <a:spAutoFit/>
          </a:bodyPr>
          <a:lstStyle>
            <a:lvl1pPr marL="0" lvl="0" rtl="0">
              <a:spcBef>
                <a:spcPts val="0"/>
              </a:spcBef>
              <a:spcAft>
                <a:spcPts val="0"/>
              </a:spcAft>
              <a:buNone/>
              <a:defRPr sz="1600" b="1">
                <a:solidFill>
                  <a:schemeClr val="tx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add Presentation Subtitle</a:t>
            </a:r>
            <a:endParaRPr/>
          </a:p>
        </p:txBody>
      </p:sp>
      <p:sp>
        <p:nvSpPr>
          <p:cNvPr id="6" name="Google Shape;31;p7">
            <a:extLst>
              <a:ext uri="{FF2B5EF4-FFF2-40B4-BE49-F238E27FC236}">
                <a16:creationId xmlns:a16="http://schemas.microsoft.com/office/drawing/2014/main" id="{3DED59F3-510F-CAB1-23F4-10B567AEC2CC}"/>
              </a:ext>
            </a:extLst>
          </p:cNvPr>
          <p:cNvSpPr txBox="1">
            <a:spLocks noGrp="1"/>
          </p:cNvSpPr>
          <p:nvPr>
            <p:ph type="title" hasCustomPrompt="1"/>
          </p:nvPr>
        </p:nvSpPr>
        <p:spPr>
          <a:xfrm>
            <a:off x="848945" y="2721481"/>
            <a:ext cx="6567132" cy="615553"/>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chemeClr val="tx1"/>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a:t>Click To Add Divider Title</a:t>
            </a:r>
            <a:endParaRPr/>
          </a:p>
        </p:txBody>
      </p:sp>
      <p:grpSp>
        <p:nvGrpSpPr>
          <p:cNvPr id="7" name="Group 6">
            <a:extLst>
              <a:ext uri="{FF2B5EF4-FFF2-40B4-BE49-F238E27FC236}">
                <a16:creationId xmlns:a16="http://schemas.microsoft.com/office/drawing/2014/main" id="{F8254623-BA01-61E0-003D-49868B779335}"/>
              </a:ext>
            </a:extLst>
          </p:cNvPr>
          <p:cNvGrpSpPr/>
          <p:nvPr userDrawn="1"/>
        </p:nvGrpSpPr>
        <p:grpSpPr>
          <a:xfrm>
            <a:off x="6253224" y="1600200"/>
            <a:ext cx="6720306" cy="3838022"/>
            <a:chOff x="1362414" y="652144"/>
            <a:chExt cx="13267986" cy="7577456"/>
          </a:xfrm>
        </p:grpSpPr>
        <p:sp>
          <p:nvSpPr>
            <p:cNvPr id="11" name="Triangle 10">
              <a:extLst>
                <a:ext uri="{FF2B5EF4-FFF2-40B4-BE49-F238E27FC236}">
                  <a16:creationId xmlns:a16="http://schemas.microsoft.com/office/drawing/2014/main" id="{994AF9FC-349E-9E6D-BF8C-A1F8D11555DE}"/>
                </a:ext>
              </a:extLst>
            </p:cNvPr>
            <p:cNvSpPr/>
            <p:nvPr/>
          </p:nvSpPr>
          <p:spPr>
            <a:xfrm>
              <a:off x="6361577" y="3057984"/>
              <a:ext cx="8268823" cy="5171616"/>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9804A06A-4E42-B4D9-936A-D6B66B8F2FE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 Placeholder 6">
            <a:extLst>
              <a:ext uri="{FF2B5EF4-FFF2-40B4-BE49-F238E27FC236}">
                <a16:creationId xmlns:a16="http://schemas.microsoft.com/office/drawing/2014/main" id="{2F6B3013-D4C0-AE6A-0BCF-3C09BD5D0CEB}"/>
              </a:ext>
            </a:extLst>
          </p:cNvPr>
          <p:cNvSpPr>
            <a:spLocks noGrp="1"/>
          </p:cNvSpPr>
          <p:nvPr>
            <p:ph type="body" sz="quarter" idx="10" hasCustomPrompt="1"/>
          </p:nvPr>
        </p:nvSpPr>
        <p:spPr>
          <a:xfrm>
            <a:off x="848945" y="3342443"/>
            <a:ext cx="5480735" cy="430887"/>
          </a:xfrm>
          <a:prstGeom prst="rect">
            <a:avLst/>
          </a:prstGeom>
        </p:spPr>
        <p:txBody>
          <a:bodyPr lIns="0">
            <a:noAutofit/>
          </a:bodyPr>
          <a:lstStyle>
            <a:lvl1pPr marL="0" indent="0">
              <a:lnSpc>
                <a:spcPct val="100000"/>
              </a:lnSpc>
              <a:buNone/>
              <a:defRPr sz="2000" b="1">
                <a:solidFill>
                  <a:srgbClr val="EC8B1F"/>
                </a:solidFill>
              </a:defRPr>
            </a:lvl1pPr>
            <a:lvl2pPr marL="457200" indent="0">
              <a:buNone/>
              <a:defRPr sz="2400">
                <a:solidFill>
                  <a:schemeClr val="tx2"/>
                </a:solidFill>
              </a:defRPr>
            </a:lvl2pPr>
            <a:lvl3pPr marL="914400" indent="0">
              <a:buNone/>
              <a:defRPr sz="2400">
                <a:solidFill>
                  <a:schemeClr val="bg1">
                    <a:lumMod val="50000"/>
                  </a:schemeClr>
                </a:solidFill>
              </a:defRPr>
            </a:lvl3pPr>
            <a:lvl4pPr marL="1371600" indent="0">
              <a:buNone/>
              <a:defRPr sz="2400">
                <a:solidFill>
                  <a:schemeClr val="bg1">
                    <a:lumMod val="50000"/>
                  </a:schemeClr>
                </a:solidFill>
              </a:defRPr>
            </a:lvl4pPr>
            <a:lvl5pPr marL="1828800" indent="0">
              <a:buNone/>
              <a:defRPr sz="2400">
                <a:solidFill>
                  <a:schemeClr val="bg1">
                    <a:lumMod val="50000"/>
                  </a:schemeClr>
                </a:solidFill>
              </a:defRPr>
            </a:lvl5pPr>
          </a:lstStyle>
          <a:p>
            <a:pPr lvl="0"/>
            <a:r>
              <a:rPr lang="en-US"/>
              <a:t>Extra words in orange</a:t>
            </a:r>
          </a:p>
        </p:txBody>
      </p:sp>
    </p:spTree>
    <p:extLst>
      <p:ext uri="{BB962C8B-B14F-4D97-AF65-F5344CB8AC3E}">
        <p14:creationId xmlns:p14="http://schemas.microsoft.com/office/powerpoint/2010/main" val="4129241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03A. End P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87ABE0F-3EC4-BAF7-5219-47D9B2C2F9E8}"/>
              </a:ext>
            </a:extLst>
          </p:cNvPr>
          <p:cNvGrpSpPr/>
          <p:nvPr userDrawn="1"/>
        </p:nvGrpSpPr>
        <p:grpSpPr>
          <a:xfrm>
            <a:off x="-267417" y="593203"/>
            <a:ext cx="7066773" cy="4279738"/>
            <a:chOff x="1362414" y="652144"/>
            <a:chExt cx="13987358" cy="8470942"/>
          </a:xfrm>
        </p:grpSpPr>
        <p:sp>
          <p:nvSpPr>
            <p:cNvPr id="4" name="Triangle 3">
              <a:extLst>
                <a:ext uri="{FF2B5EF4-FFF2-40B4-BE49-F238E27FC236}">
                  <a16:creationId xmlns:a16="http://schemas.microsoft.com/office/drawing/2014/main" id="{D70833C1-11DF-CF1D-A7E1-0FC52DF36F26}"/>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D5A60280-C4B8-2C85-3213-5AD64531C911}"/>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 Placeholder 15">
            <a:extLst>
              <a:ext uri="{FF2B5EF4-FFF2-40B4-BE49-F238E27FC236}">
                <a16:creationId xmlns:a16="http://schemas.microsoft.com/office/drawing/2014/main" id="{EAF16024-2620-46E0-D61E-ADF06DCEC4F3}"/>
              </a:ext>
            </a:extLst>
          </p:cNvPr>
          <p:cNvSpPr>
            <a:spLocks noGrp="1"/>
          </p:cNvSpPr>
          <p:nvPr>
            <p:ph type="body" sz="quarter" idx="11" hasCustomPrompt="1"/>
          </p:nvPr>
        </p:nvSpPr>
        <p:spPr>
          <a:xfrm>
            <a:off x="6335211" y="3210507"/>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9" name="Text Placeholder 17">
            <a:extLst>
              <a:ext uri="{FF2B5EF4-FFF2-40B4-BE49-F238E27FC236}">
                <a16:creationId xmlns:a16="http://schemas.microsoft.com/office/drawing/2014/main" id="{89DFCF12-2CFE-396B-C01A-FFB96A8533FE}"/>
              </a:ext>
            </a:extLst>
          </p:cNvPr>
          <p:cNvSpPr>
            <a:spLocks noGrp="1"/>
          </p:cNvSpPr>
          <p:nvPr>
            <p:ph type="body" sz="quarter" idx="12" hasCustomPrompt="1"/>
          </p:nvPr>
        </p:nvSpPr>
        <p:spPr>
          <a:xfrm>
            <a:off x="6335211" y="3438365"/>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0" name="Text Placeholder 19">
            <a:extLst>
              <a:ext uri="{FF2B5EF4-FFF2-40B4-BE49-F238E27FC236}">
                <a16:creationId xmlns:a16="http://schemas.microsoft.com/office/drawing/2014/main" id="{36EF4F08-94C6-C20F-0BEA-81FA1846B72C}"/>
              </a:ext>
            </a:extLst>
          </p:cNvPr>
          <p:cNvSpPr>
            <a:spLocks noGrp="1"/>
          </p:cNvSpPr>
          <p:nvPr>
            <p:ph type="body" sz="quarter" idx="13" hasCustomPrompt="1"/>
          </p:nvPr>
        </p:nvSpPr>
        <p:spPr>
          <a:xfrm>
            <a:off x="6335211" y="3745911"/>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14" name="TextBox 13">
            <a:extLst>
              <a:ext uri="{FF2B5EF4-FFF2-40B4-BE49-F238E27FC236}">
                <a16:creationId xmlns:a16="http://schemas.microsoft.com/office/drawing/2014/main" id="{ED8E1F26-C77E-2E37-1606-3B6D26A17348}"/>
              </a:ext>
            </a:extLst>
          </p:cNvPr>
          <p:cNvSpPr txBox="1"/>
          <p:nvPr userDrawn="1"/>
        </p:nvSpPr>
        <p:spPr>
          <a:xfrm>
            <a:off x="6312061" y="1292423"/>
            <a:ext cx="1309632" cy="307777"/>
          </a:xfrm>
          <a:prstGeom prst="rect">
            <a:avLst/>
          </a:prstGeom>
        </p:spPr>
        <p:txBody>
          <a:bodyPr spcFirstLastPara="1" vert="horz" wrap="square" lIns="0" tIns="0" rIns="0" bIns="0" rtlCol="0" anchor="t" anchorCtr="0">
            <a:spAutoFit/>
          </a:bodyPr>
          <a:lstStyle/>
          <a:p>
            <a:pPr algn="l"/>
            <a:r>
              <a:rPr lang="en-US" sz="2000" b="1">
                <a:solidFill>
                  <a:srgbClr val="EC8B1F"/>
                </a:solidFill>
              </a:rPr>
              <a:t>Contacts</a:t>
            </a:r>
          </a:p>
        </p:txBody>
      </p:sp>
      <p:sp>
        <p:nvSpPr>
          <p:cNvPr id="15" name="Text Placeholder 15">
            <a:extLst>
              <a:ext uri="{FF2B5EF4-FFF2-40B4-BE49-F238E27FC236}">
                <a16:creationId xmlns:a16="http://schemas.microsoft.com/office/drawing/2014/main" id="{6F7D3064-CAB4-F58B-6A52-180E71253313}"/>
              </a:ext>
            </a:extLst>
          </p:cNvPr>
          <p:cNvSpPr>
            <a:spLocks noGrp="1"/>
          </p:cNvSpPr>
          <p:nvPr>
            <p:ph type="body" sz="quarter" idx="14" hasCustomPrompt="1"/>
          </p:nvPr>
        </p:nvSpPr>
        <p:spPr>
          <a:xfrm>
            <a:off x="6335211" y="4613809"/>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16" name="Text Placeholder 17">
            <a:extLst>
              <a:ext uri="{FF2B5EF4-FFF2-40B4-BE49-F238E27FC236}">
                <a16:creationId xmlns:a16="http://schemas.microsoft.com/office/drawing/2014/main" id="{4BFF0F5D-3D19-C07A-558E-C94780083627}"/>
              </a:ext>
            </a:extLst>
          </p:cNvPr>
          <p:cNvSpPr>
            <a:spLocks noGrp="1"/>
          </p:cNvSpPr>
          <p:nvPr>
            <p:ph type="body" sz="quarter" idx="15" hasCustomPrompt="1"/>
          </p:nvPr>
        </p:nvSpPr>
        <p:spPr>
          <a:xfrm>
            <a:off x="6335211" y="4841667"/>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7" name="Text Placeholder 19">
            <a:extLst>
              <a:ext uri="{FF2B5EF4-FFF2-40B4-BE49-F238E27FC236}">
                <a16:creationId xmlns:a16="http://schemas.microsoft.com/office/drawing/2014/main" id="{16765685-9054-8775-F208-3A73A270357F}"/>
              </a:ext>
            </a:extLst>
          </p:cNvPr>
          <p:cNvSpPr>
            <a:spLocks noGrp="1"/>
          </p:cNvSpPr>
          <p:nvPr>
            <p:ph type="body" sz="quarter" idx="16" hasCustomPrompt="1"/>
          </p:nvPr>
        </p:nvSpPr>
        <p:spPr>
          <a:xfrm>
            <a:off x="6335211" y="5149213"/>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18" name="TextBox 17">
            <a:extLst>
              <a:ext uri="{FF2B5EF4-FFF2-40B4-BE49-F238E27FC236}">
                <a16:creationId xmlns:a16="http://schemas.microsoft.com/office/drawing/2014/main" id="{6764D02F-A46C-1CD3-FCD3-7E6DC2993FB2}"/>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a:solidFill>
                  <a:schemeClr val="tx1"/>
                </a:solidFill>
                <a:latin typeface="Arial"/>
                <a:cs typeface="Arial"/>
              </a:rPr>
              <a:t>www.rsginc.com</a:t>
            </a:r>
          </a:p>
          <a:p>
            <a:pPr algn="r" defTabSz="914608">
              <a:tabLst>
                <a:tab pos="4665639" algn="l"/>
              </a:tabLst>
            </a:pPr>
            <a:endParaRPr lang="en-US" sz="1400" spc="100">
              <a:solidFill>
                <a:schemeClr val="bg2"/>
              </a:solidFill>
              <a:latin typeface="Arial"/>
              <a:cs typeface="Arial"/>
            </a:endParaRPr>
          </a:p>
        </p:txBody>
      </p:sp>
      <p:sp>
        <p:nvSpPr>
          <p:cNvPr id="19" name="Text Placeholder 15">
            <a:extLst>
              <a:ext uri="{FF2B5EF4-FFF2-40B4-BE49-F238E27FC236}">
                <a16:creationId xmlns:a16="http://schemas.microsoft.com/office/drawing/2014/main" id="{C56BF557-5E06-3CDC-7CE6-52F789C21300}"/>
              </a:ext>
            </a:extLst>
          </p:cNvPr>
          <p:cNvSpPr>
            <a:spLocks noGrp="1"/>
          </p:cNvSpPr>
          <p:nvPr>
            <p:ph type="body" sz="quarter" idx="17" hasCustomPrompt="1"/>
          </p:nvPr>
        </p:nvSpPr>
        <p:spPr>
          <a:xfrm>
            <a:off x="6335211" y="1807205"/>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20" name="Text Placeholder 17">
            <a:extLst>
              <a:ext uri="{FF2B5EF4-FFF2-40B4-BE49-F238E27FC236}">
                <a16:creationId xmlns:a16="http://schemas.microsoft.com/office/drawing/2014/main" id="{7D585F9B-E2B6-9ABE-40F0-FBA377C8FF56}"/>
              </a:ext>
            </a:extLst>
          </p:cNvPr>
          <p:cNvSpPr>
            <a:spLocks noGrp="1"/>
          </p:cNvSpPr>
          <p:nvPr>
            <p:ph type="body" sz="quarter" idx="18" hasCustomPrompt="1"/>
          </p:nvPr>
        </p:nvSpPr>
        <p:spPr>
          <a:xfrm>
            <a:off x="6335211" y="2035063"/>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21" name="Text Placeholder 19">
            <a:extLst>
              <a:ext uri="{FF2B5EF4-FFF2-40B4-BE49-F238E27FC236}">
                <a16:creationId xmlns:a16="http://schemas.microsoft.com/office/drawing/2014/main" id="{282B0FBE-1305-D996-DA3F-861ADF0EFFAD}"/>
              </a:ext>
            </a:extLst>
          </p:cNvPr>
          <p:cNvSpPr>
            <a:spLocks noGrp="1"/>
          </p:cNvSpPr>
          <p:nvPr>
            <p:ph type="body" sz="quarter" idx="19" hasCustomPrompt="1"/>
          </p:nvPr>
        </p:nvSpPr>
        <p:spPr>
          <a:xfrm>
            <a:off x="6335211" y="2342609"/>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pic>
        <p:nvPicPr>
          <p:cNvPr id="7" name="Picture 6" descr="A black and grey letter&#10;&#10;Description automatically generated">
            <a:extLst>
              <a:ext uri="{FF2B5EF4-FFF2-40B4-BE49-F238E27FC236}">
                <a16:creationId xmlns:a16="http://schemas.microsoft.com/office/drawing/2014/main" id="{D72F2BB5-675E-0A9B-4EB5-387A95F3D25B}"/>
              </a:ext>
            </a:extLst>
          </p:cNvPr>
          <p:cNvPicPr>
            <a:picLocks noChangeAspect="1"/>
          </p:cNvPicPr>
          <p:nvPr userDrawn="1"/>
        </p:nvPicPr>
        <p:blipFill>
          <a:blip r:embed="rId2"/>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11027289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03B.End Page w/ Map">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A23C478-0625-C6AF-57A6-A2FCE476B0CF}"/>
              </a:ext>
            </a:extLst>
          </p:cNvPr>
          <p:cNvGrpSpPr/>
          <p:nvPr userDrawn="1"/>
        </p:nvGrpSpPr>
        <p:grpSpPr>
          <a:xfrm>
            <a:off x="-267417" y="593203"/>
            <a:ext cx="7066773" cy="4279738"/>
            <a:chOff x="1362414" y="652144"/>
            <a:chExt cx="13987358" cy="8470942"/>
          </a:xfrm>
        </p:grpSpPr>
        <p:sp>
          <p:nvSpPr>
            <p:cNvPr id="6" name="Triangle 5">
              <a:extLst>
                <a:ext uri="{FF2B5EF4-FFF2-40B4-BE49-F238E27FC236}">
                  <a16:creationId xmlns:a16="http://schemas.microsoft.com/office/drawing/2014/main" id="{5EE13D69-D93C-3D1C-7115-D268E76C0797}"/>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0905921B-2870-BE74-2B21-9FBCC81F89B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 Placeholder 15">
            <a:extLst>
              <a:ext uri="{FF2B5EF4-FFF2-40B4-BE49-F238E27FC236}">
                <a16:creationId xmlns:a16="http://schemas.microsoft.com/office/drawing/2014/main" id="{DE19E56F-41B6-BA88-1398-216721B7AFDA}"/>
              </a:ext>
            </a:extLst>
          </p:cNvPr>
          <p:cNvSpPr>
            <a:spLocks noGrp="1"/>
          </p:cNvSpPr>
          <p:nvPr>
            <p:ph type="body" sz="quarter" idx="11" hasCustomPrompt="1"/>
          </p:nvPr>
        </p:nvSpPr>
        <p:spPr>
          <a:xfrm>
            <a:off x="1648538" y="4295051"/>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12" name="Text Placeholder 17">
            <a:extLst>
              <a:ext uri="{FF2B5EF4-FFF2-40B4-BE49-F238E27FC236}">
                <a16:creationId xmlns:a16="http://schemas.microsoft.com/office/drawing/2014/main" id="{0B0A607E-3A18-03AF-635C-502FCF9C8907}"/>
              </a:ext>
            </a:extLst>
          </p:cNvPr>
          <p:cNvSpPr>
            <a:spLocks noGrp="1"/>
          </p:cNvSpPr>
          <p:nvPr>
            <p:ph type="body" sz="quarter" idx="12" hasCustomPrompt="1"/>
          </p:nvPr>
        </p:nvSpPr>
        <p:spPr>
          <a:xfrm>
            <a:off x="1648537" y="4538083"/>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3" name="Text Placeholder 19">
            <a:extLst>
              <a:ext uri="{FF2B5EF4-FFF2-40B4-BE49-F238E27FC236}">
                <a16:creationId xmlns:a16="http://schemas.microsoft.com/office/drawing/2014/main" id="{3AA7463D-76F4-DD17-05E2-4B4AC5C38A85}"/>
              </a:ext>
            </a:extLst>
          </p:cNvPr>
          <p:cNvSpPr>
            <a:spLocks noGrp="1"/>
          </p:cNvSpPr>
          <p:nvPr>
            <p:ph type="body" sz="quarter" idx="13" hasCustomPrompt="1"/>
          </p:nvPr>
        </p:nvSpPr>
        <p:spPr>
          <a:xfrm>
            <a:off x="1648537" y="4845629"/>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23" name="TextBox 22">
            <a:extLst>
              <a:ext uri="{FF2B5EF4-FFF2-40B4-BE49-F238E27FC236}">
                <a16:creationId xmlns:a16="http://schemas.microsoft.com/office/drawing/2014/main" id="{DB7F15E5-975F-ED59-99AF-23B54444B361}"/>
              </a:ext>
            </a:extLst>
          </p:cNvPr>
          <p:cNvSpPr txBox="1"/>
          <p:nvPr userDrawn="1"/>
        </p:nvSpPr>
        <p:spPr>
          <a:xfrm>
            <a:off x="1616146" y="3740912"/>
            <a:ext cx="1309632" cy="307777"/>
          </a:xfrm>
          <a:prstGeom prst="rect">
            <a:avLst/>
          </a:prstGeom>
        </p:spPr>
        <p:txBody>
          <a:bodyPr spcFirstLastPara="1" vert="horz" wrap="square" lIns="0" tIns="0" rIns="0" bIns="0" rtlCol="0" anchor="t" anchorCtr="0">
            <a:spAutoFit/>
          </a:bodyPr>
          <a:lstStyle/>
          <a:p>
            <a:pPr algn="l"/>
            <a:r>
              <a:rPr lang="en-US" sz="2000" b="1">
                <a:solidFill>
                  <a:srgbClr val="EC8B1F"/>
                </a:solidFill>
              </a:rPr>
              <a:t>Contacts</a:t>
            </a:r>
          </a:p>
        </p:txBody>
      </p:sp>
      <p:sp>
        <p:nvSpPr>
          <p:cNvPr id="24" name="Text Placeholder 15">
            <a:extLst>
              <a:ext uri="{FF2B5EF4-FFF2-40B4-BE49-F238E27FC236}">
                <a16:creationId xmlns:a16="http://schemas.microsoft.com/office/drawing/2014/main" id="{818F19F7-DE6B-739E-C681-BAC240351F8F}"/>
              </a:ext>
            </a:extLst>
          </p:cNvPr>
          <p:cNvSpPr>
            <a:spLocks noGrp="1"/>
          </p:cNvSpPr>
          <p:nvPr>
            <p:ph type="body" sz="quarter" idx="14" hasCustomPrompt="1"/>
          </p:nvPr>
        </p:nvSpPr>
        <p:spPr>
          <a:xfrm>
            <a:off x="5536134" y="4298055"/>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25" name="Text Placeholder 17">
            <a:extLst>
              <a:ext uri="{FF2B5EF4-FFF2-40B4-BE49-F238E27FC236}">
                <a16:creationId xmlns:a16="http://schemas.microsoft.com/office/drawing/2014/main" id="{E4B80493-0F21-5E47-9839-36FC66CC6353}"/>
              </a:ext>
            </a:extLst>
          </p:cNvPr>
          <p:cNvSpPr>
            <a:spLocks noGrp="1"/>
          </p:cNvSpPr>
          <p:nvPr>
            <p:ph type="body" sz="quarter" idx="15" hasCustomPrompt="1"/>
          </p:nvPr>
        </p:nvSpPr>
        <p:spPr>
          <a:xfrm>
            <a:off x="5536133" y="4541087"/>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26" name="Text Placeholder 19">
            <a:extLst>
              <a:ext uri="{FF2B5EF4-FFF2-40B4-BE49-F238E27FC236}">
                <a16:creationId xmlns:a16="http://schemas.microsoft.com/office/drawing/2014/main" id="{D0D6816F-4237-8AFF-2FA3-20A430AF1CB7}"/>
              </a:ext>
            </a:extLst>
          </p:cNvPr>
          <p:cNvSpPr>
            <a:spLocks noGrp="1"/>
          </p:cNvSpPr>
          <p:nvPr>
            <p:ph type="body" sz="quarter" idx="16" hasCustomPrompt="1"/>
          </p:nvPr>
        </p:nvSpPr>
        <p:spPr>
          <a:xfrm>
            <a:off x="5536133" y="4848633"/>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pic>
        <p:nvPicPr>
          <p:cNvPr id="27" name="Picture 26" descr="Map&#10;&#10;Description automatically generated">
            <a:extLst>
              <a:ext uri="{FF2B5EF4-FFF2-40B4-BE49-F238E27FC236}">
                <a16:creationId xmlns:a16="http://schemas.microsoft.com/office/drawing/2014/main" id="{D9D23E18-1BDA-B5E8-B300-ACE8DBA1D70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51163" y="360000"/>
            <a:ext cx="6318563" cy="3733697"/>
          </a:xfrm>
          <a:prstGeom prst="rect">
            <a:avLst/>
          </a:prstGeom>
        </p:spPr>
      </p:pic>
      <p:sp>
        <p:nvSpPr>
          <p:cNvPr id="28" name="TextBox 27">
            <a:extLst>
              <a:ext uri="{FF2B5EF4-FFF2-40B4-BE49-F238E27FC236}">
                <a16:creationId xmlns:a16="http://schemas.microsoft.com/office/drawing/2014/main" id="{55EE3318-FFFB-2C43-7B14-ED77132A37A4}"/>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a:solidFill>
                  <a:schemeClr val="tx1"/>
                </a:solidFill>
                <a:latin typeface="Arial"/>
                <a:cs typeface="Arial"/>
              </a:rPr>
              <a:t>www.rsginc.com</a:t>
            </a:r>
          </a:p>
          <a:p>
            <a:pPr algn="r" defTabSz="914608">
              <a:tabLst>
                <a:tab pos="4665639" algn="l"/>
              </a:tabLst>
            </a:pPr>
            <a:endParaRPr lang="en-US" sz="1400" spc="100">
              <a:solidFill>
                <a:schemeClr val="bg2"/>
              </a:solidFill>
              <a:latin typeface="Arial"/>
              <a:cs typeface="Arial"/>
            </a:endParaRPr>
          </a:p>
        </p:txBody>
      </p:sp>
      <p:pic>
        <p:nvPicPr>
          <p:cNvPr id="3" name="Picture 2" descr="A black and grey letter&#10;&#10;Description automatically generated">
            <a:extLst>
              <a:ext uri="{FF2B5EF4-FFF2-40B4-BE49-F238E27FC236}">
                <a16:creationId xmlns:a16="http://schemas.microsoft.com/office/drawing/2014/main" id="{03B609C9-6BC4-DAD1-14A9-38D178E303C0}"/>
              </a:ext>
            </a:extLst>
          </p:cNvPr>
          <p:cNvPicPr>
            <a:picLocks noChangeAspect="1"/>
          </p:cNvPicPr>
          <p:nvPr userDrawn="1"/>
        </p:nvPicPr>
        <p:blipFill>
          <a:blip r:embed="rId3"/>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14361689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01. Title Pag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8E56B88-6B80-DAA7-0E19-DF822ECA59B0}"/>
              </a:ext>
            </a:extLst>
          </p:cNvPr>
          <p:cNvGrpSpPr/>
          <p:nvPr userDrawn="1"/>
        </p:nvGrpSpPr>
        <p:grpSpPr>
          <a:xfrm>
            <a:off x="3046648" y="1600200"/>
            <a:ext cx="9145352" cy="5257800"/>
            <a:chOff x="1377056" y="652144"/>
            <a:chExt cx="13180133" cy="7577456"/>
          </a:xfrm>
        </p:grpSpPr>
        <p:sp>
          <p:nvSpPr>
            <p:cNvPr id="9" name="Triangle 8">
              <a:extLst>
                <a:ext uri="{FF2B5EF4-FFF2-40B4-BE49-F238E27FC236}">
                  <a16:creationId xmlns:a16="http://schemas.microsoft.com/office/drawing/2014/main" id="{B3F66F09-50ED-A31C-D8C9-DBB9A7C82210}"/>
                </a:ext>
              </a:extLst>
            </p:cNvPr>
            <p:cNvSpPr/>
            <p:nvPr userDrawn="1"/>
          </p:nvSpPr>
          <p:spPr>
            <a:xfrm>
              <a:off x="6288365" y="3057984"/>
              <a:ext cx="8268824" cy="5171616"/>
            </a:xfrm>
            <a:prstGeom prst="triangle">
              <a:avLst/>
            </a:prstGeom>
            <a:solidFill>
              <a:srgbClr val="EC8B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 name="Triangle 9">
              <a:extLst>
                <a:ext uri="{FF2B5EF4-FFF2-40B4-BE49-F238E27FC236}">
                  <a16:creationId xmlns:a16="http://schemas.microsoft.com/office/drawing/2014/main" id="{F39004B4-B9D9-63A1-8F3C-CCF0D6CF64D2}"/>
                </a:ext>
              </a:extLst>
            </p:cNvPr>
            <p:cNvSpPr/>
            <p:nvPr userDrawn="1"/>
          </p:nvSpPr>
          <p:spPr>
            <a:xfrm>
              <a:off x="1377056" y="652144"/>
              <a:ext cx="10564658" cy="6607513"/>
            </a:xfrm>
            <a:prstGeom prst="triangle">
              <a:avLst/>
            </a:prstGeom>
            <a:gradFill>
              <a:gsLst>
                <a:gs pos="0">
                  <a:srgbClr val="DCDDDE"/>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19" name="Google Shape;30;p7">
            <a:extLst>
              <a:ext uri="{FF2B5EF4-FFF2-40B4-BE49-F238E27FC236}">
                <a16:creationId xmlns:a16="http://schemas.microsoft.com/office/drawing/2014/main" id="{577E4104-8623-D41E-7340-B16961659A66}"/>
              </a:ext>
            </a:extLst>
          </p:cNvPr>
          <p:cNvSpPr txBox="1">
            <a:spLocks noGrp="1"/>
          </p:cNvSpPr>
          <p:nvPr>
            <p:ph type="subTitle" idx="1" hasCustomPrompt="1"/>
          </p:nvPr>
        </p:nvSpPr>
        <p:spPr>
          <a:xfrm>
            <a:off x="838200" y="2971800"/>
            <a:ext cx="4625341" cy="282129"/>
          </a:xfrm>
          <a:prstGeom prst="rect">
            <a:avLst/>
          </a:prstGeom>
        </p:spPr>
        <p:txBody>
          <a:bodyPr spcFirstLastPara="1" wrap="square" lIns="0" tIns="0" rIns="0" bIns="0" anchor="t" anchorCtr="0">
            <a:spAutoFit/>
          </a:bodyPr>
          <a:lstStyle>
            <a:lvl1pPr marL="0" lvl="0" rtl="0">
              <a:lnSpc>
                <a:spcPts val="2200"/>
              </a:lnSpc>
              <a:spcBef>
                <a:spcPts val="0"/>
              </a:spcBef>
              <a:spcAft>
                <a:spcPts val="0"/>
              </a:spcAft>
              <a:buNone/>
              <a:defRPr sz="2000" b="0">
                <a:solidFill>
                  <a:srgbClr val="EC8B1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add Presentation Subtitle</a:t>
            </a:r>
            <a:endParaRPr/>
          </a:p>
        </p:txBody>
      </p:sp>
      <p:sp>
        <p:nvSpPr>
          <p:cNvPr id="20" name="Google Shape;31;p7">
            <a:extLst>
              <a:ext uri="{FF2B5EF4-FFF2-40B4-BE49-F238E27FC236}">
                <a16:creationId xmlns:a16="http://schemas.microsoft.com/office/drawing/2014/main" id="{12B30F7A-84E5-82C7-9714-77E85F9A356B}"/>
              </a:ext>
            </a:extLst>
          </p:cNvPr>
          <p:cNvSpPr txBox="1">
            <a:spLocks noGrp="1"/>
          </p:cNvSpPr>
          <p:nvPr>
            <p:ph type="title" hasCustomPrompt="1"/>
          </p:nvPr>
        </p:nvSpPr>
        <p:spPr>
          <a:xfrm>
            <a:off x="838200" y="1496477"/>
            <a:ext cx="5539741" cy="1231106"/>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rgbClr val="48484A"/>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a:t>Click To Add Presentation Title</a:t>
            </a:r>
            <a:endParaRPr/>
          </a:p>
        </p:txBody>
      </p:sp>
      <p:sp>
        <p:nvSpPr>
          <p:cNvPr id="32" name="Text Placeholder 31">
            <a:extLst>
              <a:ext uri="{FF2B5EF4-FFF2-40B4-BE49-F238E27FC236}">
                <a16:creationId xmlns:a16="http://schemas.microsoft.com/office/drawing/2014/main" id="{9AE6FECA-3A9C-2115-ABC5-00727934BABA}"/>
              </a:ext>
            </a:extLst>
          </p:cNvPr>
          <p:cNvSpPr>
            <a:spLocks noGrp="1"/>
          </p:cNvSpPr>
          <p:nvPr>
            <p:ph type="body" sz="quarter" idx="10" hasCustomPrompt="1"/>
          </p:nvPr>
        </p:nvSpPr>
        <p:spPr>
          <a:xfrm>
            <a:off x="838200" y="5609685"/>
            <a:ext cx="2843212" cy="265493"/>
          </a:xfrm>
          <a:prstGeom prst="rect">
            <a:avLst/>
          </a:prstGeom>
        </p:spPr>
        <p:txBody>
          <a:bodyPr/>
          <a:lstStyle>
            <a:lvl1pPr marL="0" indent="0">
              <a:buFontTx/>
              <a:buNone/>
              <a:defRPr sz="1200">
                <a:solidFill>
                  <a:srgbClr val="EC8B1F"/>
                </a:solidFill>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a:t>Click to edit date</a:t>
            </a:r>
          </a:p>
        </p:txBody>
      </p:sp>
      <p:sp>
        <p:nvSpPr>
          <p:cNvPr id="34" name="Text Placeholder 33">
            <a:extLst>
              <a:ext uri="{FF2B5EF4-FFF2-40B4-BE49-F238E27FC236}">
                <a16:creationId xmlns:a16="http://schemas.microsoft.com/office/drawing/2014/main" id="{E0A3B46D-C2AA-90CB-1BB3-D959C213E6F8}"/>
              </a:ext>
            </a:extLst>
          </p:cNvPr>
          <p:cNvSpPr>
            <a:spLocks noGrp="1"/>
          </p:cNvSpPr>
          <p:nvPr>
            <p:ph type="body" sz="quarter" idx="11" hasCustomPrompt="1"/>
          </p:nvPr>
        </p:nvSpPr>
        <p:spPr>
          <a:xfrm>
            <a:off x="841375" y="5870258"/>
            <a:ext cx="2879725" cy="265365"/>
          </a:xfrm>
        </p:spPr>
        <p:txBody>
          <a:bodyPr/>
          <a:lstStyle/>
          <a:p>
            <a:pPr lvl="0"/>
            <a:r>
              <a:rPr lang="en-US"/>
              <a:t>Click to add Presenter(s) name</a:t>
            </a:r>
          </a:p>
        </p:txBody>
      </p:sp>
      <p:pic>
        <p:nvPicPr>
          <p:cNvPr id="2" name="Picture 1" descr="A black and white logo&#10;&#10;Description automatically generated">
            <a:extLst>
              <a:ext uri="{FF2B5EF4-FFF2-40B4-BE49-F238E27FC236}">
                <a16:creationId xmlns:a16="http://schemas.microsoft.com/office/drawing/2014/main" id="{583DA472-6015-552F-E7D7-6652E8709E37}"/>
              </a:ext>
            </a:extLst>
          </p:cNvPr>
          <p:cNvPicPr>
            <a:picLocks noChangeAspect="1"/>
          </p:cNvPicPr>
          <p:nvPr userDrawn="1"/>
        </p:nvPicPr>
        <p:blipFill>
          <a:blip r:embed="rId2"/>
          <a:stretch>
            <a:fillRect/>
          </a:stretch>
        </p:blipFill>
        <p:spPr>
          <a:xfrm>
            <a:off x="9754171" y="3269550"/>
            <a:ext cx="1679878" cy="471394"/>
          </a:xfrm>
          <a:prstGeom prst="rect">
            <a:avLst/>
          </a:prstGeom>
        </p:spPr>
      </p:pic>
    </p:spTree>
    <p:extLst>
      <p:ext uri="{BB962C8B-B14F-4D97-AF65-F5344CB8AC3E}">
        <p14:creationId xmlns:p14="http://schemas.microsoft.com/office/powerpoint/2010/main" val="249511424"/>
      </p:ext>
    </p:extLst>
  </p:cSld>
  <p:clrMapOvr>
    <a:masterClrMapping/>
  </p:clrMapOvr>
  <p:extLst>
    <p:ext uri="{DCECCB84-F9BA-43D5-87BE-67443E8EF086}">
      <p15:sldGuideLst xmlns:p15="http://schemas.microsoft.com/office/powerpoint/2012/main">
        <p15:guide id="1" orient="horz" pos="2160">
          <p15:clr>
            <a:srgbClr val="F26B43"/>
          </p15:clr>
        </p15:guide>
        <p15:guide id="2" pos="3840">
          <p15:clr>
            <a:srgbClr val="F26B43"/>
          </p15:clr>
        </p15:guide>
        <p15:guide id="3" pos="528">
          <p15:clr>
            <a:srgbClr val="A4A3A4"/>
          </p15:clr>
        </p15:guide>
        <p15:guide id="4" pos="7152">
          <p15:clr>
            <a:srgbClr val="A4A3A4"/>
          </p15:clr>
        </p15:guide>
        <p15:guide id="5" orient="horz" pos="408">
          <p15:clr>
            <a:srgbClr val="A4A3A4"/>
          </p15:clr>
        </p15:guide>
        <p15:guide id="6" orient="horz" pos="696">
          <p15:clr>
            <a:srgbClr val="5ACBF0"/>
          </p15:clr>
        </p15:guide>
        <p15:guide id="7" orient="horz" pos="1008">
          <p15:clr>
            <a:srgbClr val="5ACBF0"/>
          </p15:clr>
        </p15:guide>
        <p15:guide id="8" orient="horz" pos="1296">
          <p15:clr>
            <a:srgbClr val="5ACBF0"/>
          </p15:clr>
        </p15:guide>
        <p15:guide id="9" orient="horz" pos="1584">
          <p15:clr>
            <a:srgbClr val="5ACBF0"/>
          </p15:clr>
        </p15:guide>
        <p15:guide id="10" orient="horz" pos="1872">
          <p15:clr>
            <a:srgbClr val="5ACBF0"/>
          </p15:clr>
        </p15:guide>
        <p15:guide id="11" orient="horz" pos="2448">
          <p15:clr>
            <a:srgbClr val="5ACBF0"/>
          </p15:clr>
        </p15:guide>
        <p15:guide id="12" orient="horz" pos="2736">
          <p15:clr>
            <a:srgbClr val="5ACBF0"/>
          </p15:clr>
        </p15:guide>
        <p15:guide id="13" orient="horz" pos="3024">
          <p15:clr>
            <a:srgbClr val="5ACBF0"/>
          </p15:clr>
        </p15:guide>
        <p15:guide id="14" orient="horz" pos="3312">
          <p15:clr>
            <a:srgbClr val="5ACBF0"/>
          </p15:clr>
        </p15:guide>
        <p15:guide id="15" orient="horz" pos="3600">
          <p15:clr>
            <a:srgbClr val="5ACBF0"/>
          </p15:clr>
        </p15:guide>
        <p15:guide id="16"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02. Divider Page">
    <p:spTree>
      <p:nvGrpSpPr>
        <p:cNvPr id="1" name=""/>
        <p:cNvGrpSpPr/>
        <p:nvPr/>
      </p:nvGrpSpPr>
      <p:grpSpPr>
        <a:xfrm>
          <a:off x="0" y="0"/>
          <a:ext cx="0" cy="0"/>
          <a:chOff x="0" y="0"/>
          <a:chExt cx="0" cy="0"/>
        </a:xfrm>
      </p:grpSpPr>
      <p:sp>
        <p:nvSpPr>
          <p:cNvPr id="2" name="Google Shape;30;p7">
            <a:extLst>
              <a:ext uri="{FF2B5EF4-FFF2-40B4-BE49-F238E27FC236}">
                <a16:creationId xmlns:a16="http://schemas.microsoft.com/office/drawing/2014/main" id="{89FDE02A-D6A0-3A29-BE99-0EE5682B1B53}"/>
              </a:ext>
            </a:extLst>
          </p:cNvPr>
          <p:cNvSpPr txBox="1">
            <a:spLocks noGrp="1"/>
          </p:cNvSpPr>
          <p:nvPr>
            <p:ph type="subTitle" idx="1" hasCustomPrompt="1"/>
          </p:nvPr>
        </p:nvSpPr>
        <p:spPr>
          <a:xfrm>
            <a:off x="848945" y="615043"/>
            <a:ext cx="10504855" cy="280718"/>
          </a:xfrm>
          <a:prstGeom prst="rect">
            <a:avLst/>
          </a:prstGeom>
        </p:spPr>
        <p:txBody>
          <a:bodyPr spcFirstLastPara="1" wrap="square" lIns="0" tIns="0" rIns="0" bIns="0" anchor="t" anchorCtr="0">
            <a:spAutoFit/>
          </a:bodyPr>
          <a:lstStyle>
            <a:lvl1pPr marL="0" lvl="0" rtl="0">
              <a:spcBef>
                <a:spcPts val="0"/>
              </a:spcBef>
              <a:spcAft>
                <a:spcPts val="0"/>
              </a:spcAft>
              <a:buNone/>
              <a:defRPr sz="1600" b="1">
                <a:solidFill>
                  <a:schemeClr val="tx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add Presentation Subtitle</a:t>
            </a:r>
            <a:endParaRPr/>
          </a:p>
        </p:txBody>
      </p:sp>
      <p:sp>
        <p:nvSpPr>
          <p:cNvPr id="6" name="Google Shape;31;p7">
            <a:extLst>
              <a:ext uri="{FF2B5EF4-FFF2-40B4-BE49-F238E27FC236}">
                <a16:creationId xmlns:a16="http://schemas.microsoft.com/office/drawing/2014/main" id="{3DED59F3-510F-CAB1-23F4-10B567AEC2CC}"/>
              </a:ext>
            </a:extLst>
          </p:cNvPr>
          <p:cNvSpPr txBox="1">
            <a:spLocks noGrp="1"/>
          </p:cNvSpPr>
          <p:nvPr>
            <p:ph type="title" hasCustomPrompt="1"/>
          </p:nvPr>
        </p:nvSpPr>
        <p:spPr>
          <a:xfrm>
            <a:off x="848945" y="2721481"/>
            <a:ext cx="6567132" cy="615553"/>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chemeClr val="tx1"/>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a:t>Click To Add Divider Title</a:t>
            </a:r>
            <a:endParaRPr/>
          </a:p>
        </p:txBody>
      </p:sp>
      <p:grpSp>
        <p:nvGrpSpPr>
          <p:cNvPr id="7" name="Group 6">
            <a:extLst>
              <a:ext uri="{FF2B5EF4-FFF2-40B4-BE49-F238E27FC236}">
                <a16:creationId xmlns:a16="http://schemas.microsoft.com/office/drawing/2014/main" id="{F8254623-BA01-61E0-003D-49868B779335}"/>
              </a:ext>
            </a:extLst>
          </p:cNvPr>
          <p:cNvGrpSpPr/>
          <p:nvPr userDrawn="1"/>
        </p:nvGrpSpPr>
        <p:grpSpPr>
          <a:xfrm>
            <a:off x="6253224" y="1600200"/>
            <a:ext cx="6720306" cy="3838022"/>
            <a:chOff x="1362414" y="652144"/>
            <a:chExt cx="13267986" cy="7577456"/>
          </a:xfrm>
        </p:grpSpPr>
        <p:sp>
          <p:nvSpPr>
            <p:cNvPr id="11" name="Triangle 10">
              <a:extLst>
                <a:ext uri="{FF2B5EF4-FFF2-40B4-BE49-F238E27FC236}">
                  <a16:creationId xmlns:a16="http://schemas.microsoft.com/office/drawing/2014/main" id="{994AF9FC-349E-9E6D-BF8C-A1F8D11555DE}"/>
                </a:ext>
              </a:extLst>
            </p:cNvPr>
            <p:cNvSpPr/>
            <p:nvPr/>
          </p:nvSpPr>
          <p:spPr>
            <a:xfrm>
              <a:off x="6361577" y="3057984"/>
              <a:ext cx="8268823" cy="5171616"/>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9804A06A-4E42-B4D9-936A-D6B66B8F2FE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 Placeholder 6">
            <a:extLst>
              <a:ext uri="{FF2B5EF4-FFF2-40B4-BE49-F238E27FC236}">
                <a16:creationId xmlns:a16="http://schemas.microsoft.com/office/drawing/2014/main" id="{2F6B3013-D4C0-AE6A-0BCF-3C09BD5D0CEB}"/>
              </a:ext>
            </a:extLst>
          </p:cNvPr>
          <p:cNvSpPr>
            <a:spLocks noGrp="1"/>
          </p:cNvSpPr>
          <p:nvPr>
            <p:ph type="body" sz="quarter" idx="10" hasCustomPrompt="1"/>
          </p:nvPr>
        </p:nvSpPr>
        <p:spPr>
          <a:xfrm>
            <a:off x="848945" y="3342443"/>
            <a:ext cx="5480735" cy="430887"/>
          </a:xfrm>
          <a:prstGeom prst="rect">
            <a:avLst/>
          </a:prstGeom>
        </p:spPr>
        <p:txBody>
          <a:bodyPr lIns="0">
            <a:noAutofit/>
          </a:bodyPr>
          <a:lstStyle>
            <a:lvl1pPr marL="0" indent="0">
              <a:lnSpc>
                <a:spcPct val="100000"/>
              </a:lnSpc>
              <a:buNone/>
              <a:defRPr sz="2000" b="1">
                <a:solidFill>
                  <a:srgbClr val="EC8B1F"/>
                </a:solidFill>
              </a:defRPr>
            </a:lvl1pPr>
            <a:lvl2pPr marL="457200" indent="0">
              <a:buNone/>
              <a:defRPr sz="2400">
                <a:solidFill>
                  <a:schemeClr val="tx2"/>
                </a:solidFill>
              </a:defRPr>
            </a:lvl2pPr>
            <a:lvl3pPr marL="914400" indent="0">
              <a:buNone/>
              <a:defRPr sz="2400">
                <a:solidFill>
                  <a:schemeClr val="bg1">
                    <a:lumMod val="50000"/>
                  </a:schemeClr>
                </a:solidFill>
              </a:defRPr>
            </a:lvl3pPr>
            <a:lvl4pPr marL="1371600" indent="0">
              <a:buNone/>
              <a:defRPr sz="2400">
                <a:solidFill>
                  <a:schemeClr val="bg1">
                    <a:lumMod val="50000"/>
                  </a:schemeClr>
                </a:solidFill>
              </a:defRPr>
            </a:lvl4pPr>
            <a:lvl5pPr marL="1828800" indent="0">
              <a:buNone/>
              <a:defRPr sz="2400">
                <a:solidFill>
                  <a:schemeClr val="bg1">
                    <a:lumMod val="50000"/>
                  </a:schemeClr>
                </a:solidFill>
              </a:defRPr>
            </a:lvl5pPr>
          </a:lstStyle>
          <a:p>
            <a:pPr lvl="0"/>
            <a:r>
              <a:rPr lang="en-US"/>
              <a:t>Extra words in orange</a:t>
            </a:r>
          </a:p>
        </p:txBody>
      </p:sp>
    </p:spTree>
    <p:extLst>
      <p:ext uri="{BB962C8B-B14F-4D97-AF65-F5344CB8AC3E}">
        <p14:creationId xmlns:p14="http://schemas.microsoft.com/office/powerpoint/2010/main" val="9927881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03A. End P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87ABE0F-3EC4-BAF7-5219-47D9B2C2F9E8}"/>
              </a:ext>
            </a:extLst>
          </p:cNvPr>
          <p:cNvGrpSpPr/>
          <p:nvPr userDrawn="1"/>
        </p:nvGrpSpPr>
        <p:grpSpPr>
          <a:xfrm>
            <a:off x="-267417" y="593203"/>
            <a:ext cx="7066773" cy="4279738"/>
            <a:chOff x="1362414" y="652144"/>
            <a:chExt cx="13987358" cy="8470942"/>
          </a:xfrm>
        </p:grpSpPr>
        <p:sp>
          <p:nvSpPr>
            <p:cNvPr id="4" name="Triangle 3">
              <a:extLst>
                <a:ext uri="{FF2B5EF4-FFF2-40B4-BE49-F238E27FC236}">
                  <a16:creationId xmlns:a16="http://schemas.microsoft.com/office/drawing/2014/main" id="{D70833C1-11DF-CF1D-A7E1-0FC52DF36F26}"/>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D5A60280-C4B8-2C85-3213-5AD64531C911}"/>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 Placeholder 15">
            <a:extLst>
              <a:ext uri="{FF2B5EF4-FFF2-40B4-BE49-F238E27FC236}">
                <a16:creationId xmlns:a16="http://schemas.microsoft.com/office/drawing/2014/main" id="{EAF16024-2620-46E0-D61E-ADF06DCEC4F3}"/>
              </a:ext>
            </a:extLst>
          </p:cNvPr>
          <p:cNvSpPr>
            <a:spLocks noGrp="1"/>
          </p:cNvSpPr>
          <p:nvPr>
            <p:ph type="body" sz="quarter" idx="11" hasCustomPrompt="1"/>
          </p:nvPr>
        </p:nvSpPr>
        <p:spPr>
          <a:xfrm>
            <a:off x="6335211" y="3210507"/>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9" name="Text Placeholder 17">
            <a:extLst>
              <a:ext uri="{FF2B5EF4-FFF2-40B4-BE49-F238E27FC236}">
                <a16:creationId xmlns:a16="http://schemas.microsoft.com/office/drawing/2014/main" id="{89DFCF12-2CFE-396B-C01A-FFB96A8533FE}"/>
              </a:ext>
            </a:extLst>
          </p:cNvPr>
          <p:cNvSpPr>
            <a:spLocks noGrp="1"/>
          </p:cNvSpPr>
          <p:nvPr>
            <p:ph type="body" sz="quarter" idx="12" hasCustomPrompt="1"/>
          </p:nvPr>
        </p:nvSpPr>
        <p:spPr>
          <a:xfrm>
            <a:off x="6335211" y="3438365"/>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0" name="Text Placeholder 19">
            <a:extLst>
              <a:ext uri="{FF2B5EF4-FFF2-40B4-BE49-F238E27FC236}">
                <a16:creationId xmlns:a16="http://schemas.microsoft.com/office/drawing/2014/main" id="{36EF4F08-94C6-C20F-0BEA-81FA1846B72C}"/>
              </a:ext>
            </a:extLst>
          </p:cNvPr>
          <p:cNvSpPr>
            <a:spLocks noGrp="1"/>
          </p:cNvSpPr>
          <p:nvPr>
            <p:ph type="body" sz="quarter" idx="13" hasCustomPrompt="1"/>
          </p:nvPr>
        </p:nvSpPr>
        <p:spPr>
          <a:xfrm>
            <a:off x="6335211" y="3745911"/>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14" name="TextBox 13">
            <a:extLst>
              <a:ext uri="{FF2B5EF4-FFF2-40B4-BE49-F238E27FC236}">
                <a16:creationId xmlns:a16="http://schemas.microsoft.com/office/drawing/2014/main" id="{ED8E1F26-C77E-2E37-1606-3B6D26A17348}"/>
              </a:ext>
            </a:extLst>
          </p:cNvPr>
          <p:cNvSpPr txBox="1"/>
          <p:nvPr userDrawn="1"/>
        </p:nvSpPr>
        <p:spPr>
          <a:xfrm>
            <a:off x="6312061" y="1292423"/>
            <a:ext cx="1309632" cy="307777"/>
          </a:xfrm>
          <a:prstGeom prst="rect">
            <a:avLst/>
          </a:prstGeom>
        </p:spPr>
        <p:txBody>
          <a:bodyPr spcFirstLastPara="1" vert="horz" wrap="square" lIns="0" tIns="0" rIns="0" bIns="0" rtlCol="0" anchor="t" anchorCtr="0">
            <a:spAutoFit/>
          </a:bodyPr>
          <a:lstStyle/>
          <a:p>
            <a:pPr algn="l"/>
            <a:r>
              <a:rPr lang="en-US" sz="2000" b="1">
                <a:solidFill>
                  <a:srgbClr val="EC8B1F"/>
                </a:solidFill>
              </a:rPr>
              <a:t>Contacts</a:t>
            </a:r>
          </a:p>
        </p:txBody>
      </p:sp>
      <p:sp>
        <p:nvSpPr>
          <p:cNvPr id="15" name="Text Placeholder 15">
            <a:extLst>
              <a:ext uri="{FF2B5EF4-FFF2-40B4-BE49-F238E27FC236}">
                <a16:creationId xmlns:a16="http://schemas.microsoft.com/office/drawing/2014/main" id="{6F7D3064-CAB4-F58B-6A52-180E71253313}"/>
              </a:ext>
            </a:extLst>
          </p:cNvPr>
          <p:cNvSpPr>
            <a:spLocks noGrp="1"/>
          </p:cNvSpPr>
          <p:nvPr>
            <p:ph type="body" sz="quarter" idx="14" hasCustomPrompt="1"/>
          </p:nvPr>
        </p:nvSpPr>
        <p:spPr>
          <a:xfrm>
            <a:off x="6335211" y="4613809"/>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16" name="Text Placeholder 17">
            <a:extLst>
              <a:ext uri="{FF2B5EF4-FFF2-40B4-BE49-F238E27FC236}">
                <a16:creationId xmlns:a16="http://schemas.microsoft.com/office/drawing/2014/main" id="{4BFF0F5D-3D19-C07A-558E-C94780083627}"/>
              </a:ext>
            </a:extLst>
          </p:cNvPr>
          <p:cNvSpPr>
            <a:spLocks noGrp="1"/>
          </p:cNvSpPr>
          <p:nvPr>
            <p:ph type="body" sz="quarter" idx="15" hasCustomPrompt="1"/>
          </p:nvPr>
        </p:nvSpPr>
        <p:spPr>
          <a:xfrm>
            <a:off x="6335211" y="4841667"/>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7" name="Text Placeholder 19">
            <a:extLst>
              <a:ext uri="{FF2B5EF4-FFF2-40B4-BE49-F238E27FC236}">
                <a16:creationId xmlns:a16="http://schemas.microsoft.com/office/drawing/2014/main" id="{16765685-9054-8775-F208-3A73A270357F}"/>
              </a:ext>
            </a:extLst>
          </p:cNvPr>
          <p:cNvSpPr>
            <a:spLocks noGrp="1"/>
          </p:cNvSpPr>
          <p:nvPr>
            <p:ph type="body" sz="quarter" idx="16" hasCustomPrompt="1"/>
          </p:nvPr>
        </p:nvSpPr>
        <p:spPr>
          <a:xfrm>
            <a:off x="6335211" y="5149213"/>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18" name="TextBox 17">
            <a:extLst>
              <a:ext uri="{FF2B5EF4-FFF2-40B4-BE49-F238E27FC236}">
                <a16:creationId xmlns:a16="http://schemas.microsoft.com/office/drawing/2014/main" id="{6764D02F-A46C-1CD3-FCD3-7E6DC2993FB2}"/>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a:solidFill>
                  <a:schemeClr val="tx1"/>
                </a:solidFill>
                <a:latin typeface="Arial"/>
                <a:cs typeface="Arial"/>
              </a:rPr>
              <a:t>www.rsginc.com</a:t>
            </a:r>
          </a:p>
          <a:p>
            <a:pPr algn="r" defTabSz="914608">
              <a:tabLst>
                <a:tab pos="4665639" algn="l"/>
              </a:tabLst>
            </a:pPr>
            <a:endParaRPr lang="en-US" sz="1400" spc="100">
              <a:solidFill>
                <a:schemeClr val="bg2"/>
              </a:solidFill>
              <a:latin typeface="Arial"/>
              <a:cs typeface="Arial"/>
            </a:endParaRPr>
          </a:p>
        </p:txBody>
      </p:sp>
      <p:sp>
        <p:nvSpPr>
          <p:cNvPr id="19" name="Text Placeholder 15">
            <a:extLst>
              <a:ext uri="{FF2B5EF4-FFF2-40B4-BE49-F238E27FC236}">
                <a16:creationId xmlns:a16="http://schemas.microsoft.com/office/drawing/2014/main" id="{C56BF557-5E06-3CDC-7CE6-52F789C21300}"/>
              </a:ext>
            </a:extLst>
          </p:cNvPr>
          <p:cNvSpPr>
            <a:spLocks noGrp="1"/>
          </p:cNvSpPr>
          <p:nvPr>
            <p:ph type="body" sz="quarter" idx="17" hasCustomPrompt="1"/>
          </p:nvPr>
        </p:nvSpPr>
        <p:spPr>
          <a:xfrm>
            <a:off x="6335211" y="1807205"/>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20" name="Text Placeholder 17">
            <a:extLst>
              <a:ext uri="{FF2B5EF4-FFF2-40B4-BE49-F238E27FC236}">
                <a16:creationId xmlns:a16="http://schemas.microsoft.com/office/drawing/2014/main" id="{7D585F9B-E2B6-9ABE-40F0-FBA377C8FF56}"/>
              </a:ext>
            </a:extLst>
          </p:cNvPr>
          <p:cNvSpPr>
            <a:spLocks noGrp="1"/>
          </p:cNvSpPr>
          <p:nvPr>
            <p:ph type="body" sz="quarter" idx="18" hasCustomPrompt="1"/>
          </p:nvPr>
        </p:nvSpPr>
        <p:spPr>
          <a:xfrm>
            <a:off x="6335211" y="2035063"/>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21" name="Text Placeholder 19">
            <a:extLst>
              <a:ext uri="{FF2B5EF4-FFF2-40B4-BE49-F238E27FC236}">
                <a16:creationId xmlns:a16="http://schemas.microsoft.com/office/drawing/2014/main" id="{282B0FBE-1305-D996-DA3F-861ADF0EFFAD}"/>
              </a:ext>
            </a:extLst>
          </p:cNvPr>
          <p:cNvSpPr>
            <a:spLocks noGrp="1"/>
          </p:cNvSpPr>
          <p:nvPr>
            <p:ph type="body" sz="quarter" idx="19" hasCustomPrompt="1"/>
          </p:nvPr>
        </p:nvSpPr>
        <p:spPr>
          <a:xfrm>
            <a:off x="6335211" y="2342609"/>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pic>
        <p:nvPicPr>
          <p:cNvPr id="2" name="Picture 1" descr="A black and grey letter&#10;&#10;Description automatically generated">
            <a:extLst>
              <a:ext uri="{FF2B5EF4-FFF2-40B4-BE49-F238E27FC236}">
                <a16:creationId xmlns:a16="http://schemas.microsoft.com/office/drawing/2014/main" id="{5D168087-3193-5897-638F-96262D01115B}"/>
              </a:ext>
            </a:extLst>
          </p:cNvPr>
          <p:cNvPicPr>
            <a:picLocks noChangeAspect="1"/>
          </p:cNvPicPr>
          <p:nvPr userDrawn="1"/>
        </p:nvPicPr>
        <p:blipFill>
          <a:blip r:embed="rId2"/>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32482166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3B.End Page w/ Map">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A23C478-0625-C6AF-57A6-A2FCE476B0CF}"/>
              </a:ext>
            </a:extLst>
          </p:cNvPr>
          <p:cNvGrpSpPr/>
          <p:nvPr userDrawn="1"/>
        </p:nvGrpSpPr>
        <p:grpSpPr>
          <a:xfrm>
            <a:off x="-267417" y="593203"/>
            <a:ext cx="7066773" cy="4279738"/>
            <a:chOff x="1362414" y="652144"/>
            <a:chExt cx="13987358" cy="8470942"/>
          </a:xfrm>
        </p:grpSpPr>
        <p:sp>
          <p:nvSpPr>
            <p:cNvPr id="6" name="Triangle 5">
              <a:extLst>
                <a:ext uri="{FF2B5EF4-FFF2-40B4-BE49-F238E27FC236}">
                  <a16:creationId xmlns:a16="http://schemas.microsoft.com/office/drawing/2014/main" id="{5EE13D69-D93C-3D1C-7115-D268E76C0797}"/>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0905921B-2870-BE74-2B21-9FBCC81F89B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 Placeholder 15">
            <a:extLst>
              <a:ext uri="{FF2B5EF4-FFF2-40B4-BE49-F238E27FC236}">
                <a16:creationId xmlns:a16="http://schemas.microsoft.com/office/drawing/2014/main" id="{DE19E56F-41B6-BA88-1398-216721B7AFDA}"/>
              </a:ext>
            </a:extLst>
          </p:cNvPr>
          <p:cNvSpPr>
            <a:spLocks noGrp="1"/>
          </p:cNvSpPr>
          <p:nvPr>
            <p:ph type="body" sz="quarter" idx="11" hasCustomPrompt="1"/>
          </p:nvPr>
        </p:nvSpPr>
        <p:spPr>
          <a:xfrm>
            <a:off x="1648538" y="4295051"/>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12" name="Text Placeholder 17">
            <a:extLst>
              <a:ext uri="{FF2B5EF4-FFF2-40B4-BE49-F238E27FC236}">
                <a16:creationId xmlns:a16="http://schemas.microsoft.com/office/drawing/2014/main" id="{0B0A607E-3A18-03AF-635C-502FCF9C8907}"/>
              </a:ext>
            </a:extLst>
          </p:cNvPr>
          <p:cNvSpPr>
            <a:spLocks noGrp="1"/>
          </p:cNvSpPr>
          <p:nvPr>
            <p:ph type="body" sz="quarter" idx="12" hasCustomPrompt="1"/>
          </p:nvPr>
        </p:nvSpPr>
        <p:spPr>
          <a:xfrm>
            <a:off x="1648537" y="4538083"/>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3" name="Text Placeholder 19">
            <a:extLst>
              <a:ext uri="{FF2B5EF4-FFF2-40B4-BE49-F238E27FC236}">
                <a16:creationId xmlns:a16="http://schemas.microsoft.com/office/drawing/2014/main" id="{3AA7463D-76F4-DD17-05E2-4B4AC5C38A85}"/>
              </a:ext>
            </a:extLst>
          </p:cNvPr>
          <p:cNvSpPr>
            <a:spLocks noGrp="1"/>
          </p:cNvSpPr>
          <p:nvPr>
            <p:ph type="body" sz="quarter" idx="13" hasCustomPrompt="1"/>
          </p:nvPr>
        </p:nvSpPr>
        <p:spPr>
          <a:xfrm>
            <a:off x="1648537" y="4845629"/>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23" name="TextBox 22">
            <a:extLst>
              <a:ext uri="{FF2B5EF4-FFF2-40B4-BE49-F238E27FC236}">
                <a16:creationId xmlns:a16="http://schemas.microsoft.com/office/drawing/2014/main" id="{DB7F15E5-975F-ED59-99AF-23B54444B361}"/>
              </a:ext>
            </a:extLst>
          </p:cNvPr>
          <p:cNvSpPr txBox="1"/>
          <p:nvPr userDrawn="1"/>
        </p:nvSpPr>
        <p:spPr>
          <a:xfrm>
            <a:off x="1616146" y="3740912"/>
            <a:ext cx="1309632" cy="307777"/>
          </a:xfrm>
          <a:prstGeom prst="rect">
            <a:avLst/>
          </a:prstGeom>
        </p:spPr>
        <p:txBody>
          <a:bodyPr spcFirstLastPara="1" vert="horz" wrap="square" lIns="0" tIns="0" rIns="0" bIns="0" rtlCol="0" anchor="t" anchorCtr="0">
            <a:spAutoFit/>
          </a:bodyPr>
          <a:lstStyle/>
          <a:p>
            <a:pPr algn="l"/>
            <a:r>
              <a:rPr lang="en-US" sz="2000" b="1">
                <a:solidFill>
                  <a:srgbClr val="EC8B1F"/>
                </a:solidFill>
              </a:rPr>
              <a:t>Contacts</a:t>
            </a:r>
          </a:p>
        </p:txBody>
      </p:sp>
      <p:sp>
        <p:nvSpPr>
          <p:cNvPr id="24" name="Text Placeholder 15">
            <a:extLst>
              <a:ext uri="{FF2B5EF4-FFF2-40B4-BE49-F238E27FC236}">
                <a16:creationId xmlns:a16="http://schemas.microsoft.com/office/drawing/2014/main" id="{818F19F7-DE6B-739E-C681-BAC240351F8F}"/>
              </a:ext>
            </a:extLst>
          </p:cNvPr>
          <p:cNvSpPr>
            <a:spLocks noGrp="1"/>
          </p:cNvSpPr>
          <p:nvPr>
            <p:ph type="body" sz="quarter" idx="14" hasCustomPrompt="1"/>
          </p:nvPr>
        </p:nvSpPr>
        <p:spPr>
          <a:xfrm>
            <a:off x="5536134" y="4298055"/>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25" name="Text Placeholder 17">
            <a:extLst>
              <a:ext uri="{FF2B5EF4-FFF2-40B4-BE49-F238E27FC236}">
                <a16:creationId xmlns:a16="http://schemas.microsoft.com/office/drawing/2014/main" id="{E4B80493-0F21-5E47-9839-36FC66CC6353}"/>
              </a:ext>
            </a:extLst>
          </p:cNvPr>
          <p:cNvSpPr>
            <a:spLocks noGrp="1"/>
          </p:cNvSpPr>
          <p:nvPr>
            <p:ph type="body" sz="quarter" idx="15" hasCustomPrompt="1"/>
          </p:nvPr>
        </p:nvSpPr>
        <p:spPr>
          <a:xfrm>
            <a:off x="5536133" y="4541087"/>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26" name="Text Placeholder 19">
            <a:extLst>
              <a:ext uri="{FF2B5EF4-FFF2-40B4-BE49-F238E27FC236}">
                <a16:creationId xmlns:a16="http://schemas.microsoft.com/office/drawing/2014/main" id="{D0D6816F-4237-8AFF-2FA3-20A430AF1CB7}"/>
              </a:ext>
            </a:extLst>
          </p:cNvPr>
          <p:cNvSpPr>
            <a:spLocks noGrp="1"/>
          </p:cNvSpPr>
          <p:nvPr>
            <p:ph type="body" sz="quarter" idx="16" hasCustomPrompt="1"/>
          </p:nvPr>
        </p:nvSpPr>
        <p:spPr>
          <a:xfrm>
            <a:off x="5536133" y="4848633"/>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pic>
        <p:nvPicPr>
          <p:cNvPr id="27" name="Picture 26" descr="Map&#10;&#10;Description automatically generated">
            <a:extLst>
              <a:ext uri="{FF2B5EF4-FFF2-40B4-BE49-F238E27FC236}">
                <a16:creationId xmlns:a16="http://schemas.microsoft.com/office/drawing/2014/main" id="{D9D23E18-1BDA-B5E8-B300-ACE8DBA1D70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51163" y="360000"/>
            <a:ext cx="6318563" cy="3733697"/>
          </a:xfrm>
          <a:prstGeom prst="rect">
            <a:avLst/>
          </a:prstGeom>
        </p:spPr>
      </p:pic>
      <p:sp>
        <p:nvSpPr>
          <p:cNvPr id="28" name="TextBox 27">
            <a:extLst>
              <a:ext uri="{FF2B5EF4-FFF2-40B4-BE49-F238E27FC236}">
                <a16:creationId xmlns:a16="http://schemas.microsoft.com/office/drawing/2014/main" id="{55EE3318-FFFB-2C43-7B14-ED77132A37A4}"/>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a:solidFill>
                  <a:schemeClr val="tx1"/>
                </a:solidFill>
                <a:latin typeface="Arial"/>
                <a:cs typeface="Arial"/>
              </a:rPr>
              <a:t>www.rsginc.com</a:t>
            </a:r>
          </a:p>
          <a:p>
            <a:pPr algn="r" defTabSz="914608">
              <a:tabLst>
                <a:tab pos="4665639" algn="l"/>
              </a:tabLst>
            </a:pPr>
            <a:endParaRPr lang="en-US" sz="1400" spc="100">
              <a:solidFill>
                <a:schemeClr val="bg2"/>
              </a:solidFill>
              <a:latin typeface="Arial"/>
              <a:cs typeface="Arial"/>
            </a:endParaRPr>
          </a:p>
        </p:txBody>
      </p:sp>
      <p:pic>
        <p:nvPicPr>
          <p:cNvPr id="3" name="Picture 2" descr="A black and grey letter&#10;&#10;Description automatically generated">
            <a:extLst>
              <a:ext uri="{FF2B5EF4-FFF2-40B4-BE49-F238E27FC236}">
                <a16:creationId xmlns:a16="http://schemas.microsoft.com/office/drawing/2014/main" id="{E1E755A4-B1A7-FE0C-6628-C8880BE58AEE}"/>
              </a:ext>
            </a:extLst>
          </p:cNvPr>
          <p:cNvPicPr>
            <a:picLocks noChangeAspect="1"/>
          </p:cNvPicPr>
          <p:nvPr userDrawn="1"/>
        </p:nvPicPr>
        <p:blipFill>
          <a:blip r:embed="rId3"/>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1448832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1. Title Pag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8E56B88-6B80-DAA7-0E19-DF822ECA59B0}"/>
              </a:ext>
            </a:extLst>
          </p:cNvPr>
          <p:cNvGrpSpPr/>
          <p:nvPr userDrawn="1"/>
        </p:nvGrpSpPr>
        <p:grpSpPr>
          <a:xfrm>
            <a:off x="3046648" y="1600200"/>
            <a:ext cx="9145352" cy="5257800"/>
            <a:chOff x="1377056" y="652144"/>
            <a:chExt cx="13180133" cy="7577456"/>
          </a:xfrm>
        </p:grpSpPr>
        <p:sp>
          <p:nvSpPr>
            <p:cNvPr id="9" name="Triangle 8">
              <a:extLst>
                <a:ext uri="{FF2B5EF4-FFF2-40B4-BE49-F238E27FC236}">
                  <a16:creationId xmlns:a16="http://schemas.microsoft.com/office/drawing/2014/main" id="{B3F66F09-50ED-A31C-D8C9-DBB9A7C82210}"/>
                </a:ext>
              </a:extLst>
            </p:cNvPr>
            <p:cNvSpPr/>
            <p:nvPr userDrawn="1"/>
          </p:nvSpPr>
          <p:spPr>
            <a:xfrm>
              <a:off x="6288365" y="3057984"/>
              <a:ext cx="8268824" cy="5171616"/>
            </a:xfrm>
            <a:prstGeom prst="triangle">
              <a:avLst/>
            </a:prstGeom>
            <a:solidFill>
              <a:srgbClr val="EC8B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0" name="Triangle 9">
              <a:extLst>
                <a:ext uri="{FF2B5EF4-FFF2-40B4-BE49-F238E27FC236}">
                  <a16:creationId xmlns:a16="http://schemas.microsoft.com/office/drawing/2014/main" id="{F39004B4-B9D9-63A1-8F3C-CCF0D6CF64D2}"/>
                </a:ext>
              </a:extLst>
            </p:cNvPr>
            <p:cNvSpPr/>
            <p:nvPr userDrawn="1"/>
          </p:nvSpPr>
          <p:spPr>
            <a:xfrm>
              <a:off x="1377056" y="652144"/>
              <a:ext cx="10564658" cy="6607513"/>
            </a:xfrm>
            <a:prstGeom prst="triangle">
              <a:avLst/>
            </a:prstGeom>
            <a:gradFill>
              <a:gsLst>
                <a:gs pos="0">
                  <a:srgbClr val="DCDDDE"/>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19" name="Google Shape;30;p7">
            <a:extLst>
              <a:ext uri="{FF2B5EF4-FFF2-40B4-BE49-F238E27FC236}">
                <a16:creationId xmlns:a16="http://schemas.microsoft.com/office/drawing/2014/main" id="{577E4104-8623-D41E-7340-B16961659A66}"/>
              </a:ext>
            </a:extLst>
          </p:cNvPr>
          <p:cNvSpPr txBox="1">
            <a:spLocks noGrp="1"/>
          </p:cNvSpPr>
          <p:nvPr>
            <p:ph type="subTitle" idx="1" hasCustomPrompt="1"/>
          </p:nvPr>
        </p:nvSpPr>
        <p:spPr>
          <a:xfrm>
            <a:off x="838200" y="2971800"/>
            <a:ext cx="4625341" cy="282129"/>
          </a:xfrm>
          <a:prstGeom prst="rect">
            <a:avLst/>
          </a:prstGeom>
        </p:spPr>
        <p:txBody>
          <a:bodyPr spcFirstLastPara="1" wrap="square" lIns="0" tIns="0" rIns="0" bIns="0" anchor="t" anchorCtr="0">
            <a:spAutoFit/>
          </a:bodyPr>
          <a:lstStyle>
            <a:lvl1pPr marL="0" lvl="0" rtl="0">
              <a:lnSpc>
                <a:spcPts val="2200"/>
              </a:lnSpc>
              <a:spcBef>
                <a:spcPts val="0"/>
              </a:spcBef>
              <a:spcAft>
                <a:spcPts val="0"/>
              </a:spcAft>
              <a:buNone/>
              <a:defRPr sz="2000" b="0">
                <a:solidFill>
                  <a:srgbClr val="EC8B1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add Presentation Subtitle</a:t>
            </a:r>
            <a:endParaRPr/>
          </a:p>
        </p:txBody>
      </p:sp>
      <p:sp>
        <p:nvSpPr>
          <p:cNvPr id="20" name="Google Shape;31;p7">
            <a:extLst>
              <a:ext uri="{FF2B5EF4-FFF2-40B4-BE49-F238E27FC236}">
                <a16:creationId xmlns:a16="http://schemas.microsoft.com/office/drawing/2014/main" id="{12B30F7A-84E5-82C7-9714-77E85F9A356B}"/>
              </a:ext>
            </a:extLst>
          </p:cNvPr>
          <p:cNvSpPr txBox="1">
            <a:spLocks noGrp="1"/>
          </p:cNvSpPr>
          <p:nvPr>
            <p:ph type="title" hasCustomPrompt="1"/>
          </p:nvPr>
        </p:nvSpPr>
        <p:spPr>
          <a:xfrm>
            <a:off x="838200" y="1496477"/>
            <a:ext cx="5539741" cy="1231106"/>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rgbClr val="48484A"/>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a:t>Click To Add Presentation Title</a:t>
            </a:r>
            <a:endParaRPr/>
          </a:p>
        </p:txBody>
      </p:sp>
      <p:sp>
        <p:nvSpPr>
          <p:cNvPr id="32" name="Text Placeholder 31">
            <a:extLst>
              <a:ext uri="{FF2B5EF4-FFF2-40B4-BE49-F238E27FC236}">
                <a16:creationId xmlns:a16="http://schemas.microsoft.com/office/drawing/2014/main" id="{9AE6FECA-3A9C-2115-ABC5-00727934BABA}"/>
              </a:ext>
            </a:extLst>
          </p:cNvPr>
          <p:cNvSpPr>
            <a:spLocks noGrp="1"/>
          </p:cNvSpPr>
          <p:nvPr>
            <p:ph type="body" sz="quarter" idx="10" hasCustomPrompt="1"/>
          </p:nvPr>
        </p:nvSpPr>
        <p:spPr>
          <a:xfrm>
            <a:off x="838200" y="5609685"/>
            <a:ext cx="2843212" cy="265493"/>
          </a:xfrm>
          <a:prstGeom prst="rect">
            <a:avLst/>
          </a:prstGeom>
        </p:spPr>
        <p:txBody>
          <a:bodyPr/>
          <a:lstStyle>
            <a:lvl1pPr marL="0" indent="0">
              <a:buFontTx/>
              <a:buNone/>
              <a:defRPr sz="1200">
                <a:solidFill>
                  <a:srgbClr val="EC8B1F"/>
                </a:solidFill>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a:t>Click to edit date</a:t>
            </a:r>
          </a:p>
        </p:txBody>
      </p:sp>
      <p:sp>
        <p:nvSpPr>
          <p:cNvPr id="34" name="Text Placeholder 33">
            <a:extLst>
              <a:ext uri="{FF2B5EF4-FFF2-40B4-BE49-F238E27FC236}">
                <a16:creationId xmlns:a16="http://schemas.microsoft.com/office/drawing/2014/main" id="{E0A3B46D-C2AA-90CB-1BB3-D959C213E6F8}"/>
              </a:ext>
            </a:extLst>
          </p:cNvPr>
          <p:cNvSpPr>
            <a:spLocks noGrp="1"/>
          </p:cNvSpPr>
          <p:nvPr>
            <p:ph type="body" sz="quarter" idx="11" hasCustomPrompt="1"/>
          </p:nvPr>
        </p:nvSpPr>
        <p:spPr>
          <a:xfrm>
            <a:off x="841375" y="5870258"/>
            <a:ext cx="2879725" cy="265365"/>
          </a:xfrm>
        </p:spPr>
        <p:txBody>
          <a:bodyPr/>
          <a:lstStyle/>
          <a:p>
            <a:pPr lvl="0"/>
            <a:r>
              <a:rPr lang="en-US"/>
              <a:t>Click to add Presenter(s) name</a:t>
            </a:r>
          </a:p>
        </p:txBody>
      </p:sp>
      <p:pic>
        <p:nvPicPr>
          <p:cNvPr id="2" name="Picture 1" descr="A black and white logo&#10;&#10;Description automatically generated">
            <a:extLst>
              <a:ext uri="{FF2B5EF4-FFF2-40B4-BE49-F238E27FC236}">
                <a16:creationId xmlns:a16="http://schemas.microsoft.com/office/drawing/2014/main" id="{EF86E66C-0A8A-952A-D6CC-D1268D6BE159}"/>
              </a:ext>
            </a:extLst>
          </p:cNvPr>
          <p:cNvPicPr>
            <a:picLocks noChangeAspect="1"/>
          </p:cNvPicPr>
          <p:nvPr userDrawn="1"/>
        </p:nvPicPr>
        <p:blipFill>
          <a:blip r:embed="rId2"/>
          <a:stretch>
            <a:fillRect/>
          </a:stretch>
        </p:blipFill>
        <p:spPr>
          <a:xfrm>
            <a:off x="9754171" y="3269550"/>
            <a:ext cx="1679878" cy="471394"/>
          </a:xfrm>
          <a:prstGeom prst="rect">
            <a:avLst/>
          </a:prstGeom>
        </p:spPr>
      </p:pic>
    </p:spTree>
    <p:extLst>
      <p:ext uri="{BB962C8B-B14F-4D97-AF65-F5344CB8AC3E}">
        <p14:creationId xmlns:p14="http://schemas.microsoft.com/office/powerpoint/2010/main" val="2225570817"/>
      </p:ext>
    </p:extLst>
  </p:cSld>
  <p:clrMapOvr>
    <a:masterClrMapping/>
  </p:clrMapOvr>
  <p:extLst>
    <p:ext uri="{DCECCB84-F9BA-43D5-87BE-67443E8EF086}">
      <p15:sldGuideLst xmlns:p15="http://schemas.microsoft.com/office/powerpoint/2012/main">
        <p15:guide id="1" orient="horz" pos="2160">
          <p15:clr>
            <a:srgbClr val="F26B43"/>
          </p15:clr>
        </p15:guide>
        <p15:guide id="2" pos="3840">
          <p15:clr>
            <a:srgbClr val="F26B43"/>
          </p15:clr>
        </p15:guide>
        <p15:guide id="3" pos="528">
          <p15:clr>
            <a:srgbClr val="A4A3A4"/>
          </p15:clr>
        </p15:guide>
        <p15:guide id="4" pos="7152">
          <p15:clr>
            <a:srgbClr val="A4A3A4"/>
          </p15:clr>
        </p15:guide>
        <p15:guide id="5" orient="horz" pos="408">
          <p15:clr>
            <a:srgbClr val="A4A3A4"/>
          </p15:clr>
        </p15:guide>
        <p15:guide id="6" orient="horz" pos="696">
          <p15:clr>
            <a:srgbClr val="5ACBF0"/>
          </p15:clr>
        </p15:guide>
        <p15:guide id="7" orient="horz" pos="1008">
          <p15:clr>
            <a:srgbClr val="5ACBF0"/>
          </p15:clr>
        </p15:guide>
        <p15:guide id="8" orient="horz" pos="1296">
          <p15:clr>
            <a:srgbClr val="5ACBF0"/>
          </p15:clr>
        </p15:guide>
        <p15:guide id="9" orient="horz" pos="1584">
          <p15:clr>
            <a:srgbClr val="5ACBF0"/>
          </p15:clr>
        </p15:guide>
        <p15:guide id="10" orient="horz" pos="1872">
          <p15:clr>
            <a:srgbClr val="5ACBF0"/>
          </p15:clr>
        </p15:guide>
        <p15:guide id="11" orient="horz" pos="2448">
          <p15:clr>
            <a:srgbClr val="5ACBF0"/>
          </p15:clr>
        </p15:guide>
        <p15:guide id="12" orient="horz" pos="2736">
          <p15:clr>
            <a:srgbClr val="5ACBF0"/>
          </p15:clr>
        </p15:guide>
        <p15:guide id="13" orient="horz" pos="3024">
          <p15:clr>
            <a:srgbClr val="5ACBF0"/>
          </p15:clr>
        </p15:guide>
        <p15:guide id="14" orient="horz" pos="3312">
          <p15:clr>
            <a:srgbClr val="5ACBF0"/>
          </p15:clr>
        </p15:guide>
        <p15:guide id="15" orient="horz" pos="3600">
          <p15:clr>
            <a:srgbClr val="5ACBF0"/>
          </p15:clr>
        </p15:guide>
        <p15:guide id="16" orient="horz" pos="388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2. Divider Page">
    <p:spTree>
      <p:nvGrpSpPr>
        <p:cNvPr id="1" name=""/>
        <p:cNvGrpSpPr/>
        <p:nvPr/>
      </p:nvGrpSpPr>
      <p:grpSpPr>
        <a:xfrm>
          <a:off x="0" y="0"/>
          <a:ext cx="0" cy="0"/>
          <a:chOff x="0" y="0"/>
          <a:chExt cx="0" cy="0"/>
        </a:xfrm>
      </p:grpSpPr>
      <p:sp>
        <p:nvSpPr>
          <p:cNvPr id="2" name="Google Shape;30;p7">
            <a:extLst>
              <a:ext uri="{FF2B5EF4-FFF2-40B4-BE49-F238E27FC236}">
                <a16:creationId xmlns:a16="http://schemas.microsoft.com/office/drawing/2014/main" id="{89FDE02A-D6A0-3A29-BE99-0EE5682B1B53}"/>
              </a:ext>
            </a:extLst>
          </p:cNvPr>
          <p:cNvSpPr txBox="1">
            <a:spLocks noGrp="1"/>
          </p:cNvSpPr>
          <p:nvPr>
            <p:ph type="subTitle" idx="1" hasCustomPrompt="1"/>
          </p:nvPr>
        </p:nvSpPr>
        <p:spPr>
          <a:xfrm>
            <a:off x="848945" y="615043"/>
            <a:ext cx="10504855" cy="280718"/>
          </a:xfrm>
          <a:prstGeom prst="rect">
            <a:avLst/>
          </a:prstGeom>
        </p:spPr>
        <p:txBody>
          <a:bodyPr spcFirstLastPara="1" wrap="square" lIns="0" tIns="0" rIns="0" bIns="0" anchor="t" anchorCtr="0">
            <a:spAutoFit/>
          </a:bodyPr>
          <a:lstStyle>
            <a:lvl1pPr marL="0" lvl="0" rtl="0">
              <a:spcBef>
                <a:spcPts val="0"/>
              </a:spcBef>
              <a:spcAft>
                <a:spcPts val="0"/>
              </a:spcAft>
              <a:buNone/>
              <a:defRPr sz="1600" b="1">
                <a:solidFill>
                  <a:schemeClr val="tx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add Presentation Subtitle</a:t>
            </a:r>
            <a:endParaRPr/>
          </a:p>
        </p:txBody>
      </p:sp>
      <p:sp>
        <p:nvSpPr>
          <p:cNvPr id="6" name="Google Shape;31;p7">
            <a:extLst>
              <a:ext uri="{FF2B5EF4-FFF2-40B4-BE49-F238E27FC236}">
                <a16:creationId xmlns:a16="http://schemas.microsoft.com/office/drawing/2014/main" id="{3DED59F3-510F-CAB1-23F4-10B567AEC2CC}"/>
              </a:ext>
            </a:extLst>
          </p:cNvPr>
          <p:cNvSpPr txBox="1">
            <a:spLocks noGrp="1"/>
          </p:cNvSpPr>
          <p:nvPr>
            <p:ph type="title" hasCustomPrompt="1"/>
          </p:nvPr>
        </p:nvSpPr>
        <p:spPr>
          <a:xfrm>
            <a:off x="848945" y="2721481"/>
            <a:ext cx="6567132" cy="615553"/>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chemeClr val="tx1"/>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a:t>Click To Add Divider Title</a:t>
            </a:r>
            <a:endParaRPr/>
          </a:p>
        </p:txBody>
      </p:sp>
      <p:grpSp>
        <p:nvGrpSpPr>
          <p:cNvPr id="7" name="Group 6">
            <a:extLst>
              <a:ext uri="{FF2B5EF4-FFF2-40B4-BE49-F238E27FC236}">
                <a16:creationId xmlns:a16="http://schemas.microsoft.com/office/drawing/2014/main" id="{F8254623-BA01-61E0-003D-49868B779335}"/>
              </a:ext>
            </a:extLst>
          </p:cNvPr>
          <p:cNvGrpSpPr/>
          <p:nvPr userDrawn="1"/>
        </p:nvGrpSpPr>
        <p:grpSpPr>
          <a:xfrm>
            <a:off x="6253224" y="1600200"/>
            <a:ext cx="6720306" cy="3838022"/>
            <a:chOff x="1362414" y="652144"/>
            <a:chExt cx="13267986" cy="7577456"/>
          </a:xfrm>
        </p:grpSpPr>
        <p:sp>
          <p:nvSpPr>
            <p:cNvPr id="11" name="Triangle 10">
              <a:extLst>
                <a:ext uri="{FF2B5EF4-FFF2-40B4-BE49-F238E27FC236}">
                  <a16:creationId xmlns:a16="http://schemas.microsoft.com/office/drawing/2014/main" id="{994AF9FC-349E-9E6D-BF8C-A1F8D11555DE}"/>
                </a:ext>
              </a:extLst>
            </p:cNvPr>
            <p:cNvSpPr/>
            <p:nvPr/>
          </p:nvSpPr>
          <p:spPr>
            <a:xfrm>
              <a:off x="6361577" y="3057984"/>
              <a:ext cx="8268823" cy="5171616"/>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9804A06A-4E42-B4D9-936A-D6B66B8F2FE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 Placeholder 6">
            <a:extLst>
              <a:ext uri="{FF2B5EF4-FFF2-40B4-BE49-F238E27FC236}">
                <a16:creationId xmlns:a16="http://schemas.microsoft.com/office/drawing/2014/main" id="{2F6B3013-D4C0-AE6A-0BCF-3C09BD5D0CEB}"/>
              </a:ext>
            </a:extLst>
          </p:cNvPr>
          <p:cNvSpPr>
            <a:spLocks noGrp="1"/>
          </p:cNvSpPr>
          <p:nvPr>
            <p:ph type="body" sz="quarter" idx="10" hasCustomPrompt="1"/>
          </p:nvPr>
        </p:nvSpPr>
        <p:spPr>
          <a:xfrm>
            <a:off x="848945" y="3342443"/>
            <a:ext cx="5480735" cy="430887"/>
          </a:xfrm>
          <a:prstGeom prst="rect">
            <a:avLst/>
          </a:prstGeom>
        </p:spPr>
        <p:txBody>
          <a:bodyPr lIns="0">
            <a:noAutofit/>
          </a:bodyPr>
          <a:lstStyle>
            <a:lvl1pPr marL="0" indent="0">
              <a:lnSpc>
                <a:spcPct val="100000"/>
              </a:lnSpc>
              <a:buNone/>
              <a:defRPr sz="2000" b="1">
                <a:solidFill>
                  <a:srgbClr val="EC8B1F"/>
                </a:solidFill>
              </a:defRPr>
            </a:lvl1pPr>
            <a:lvl2pPr marL="457200" indent="0">
              <a:buNone/>
              <a:defRPr sz="2400">
                <a:solidFill>
                  <a:schemeClr val="tx2"/>
                </a:solidFill>
              </a:defRPr>
            </a:lvl2pPr>
            <a:lvl3pPr marL="914400" indent="0">
              <a:buNone/>
              <a:defRPr sz="2400">
                <a:solidFill>
                  <a:schemeClr val="bg1">
                    <a:lumMod val="50000"/>
                  </a:schemeClr>
                </a:solidFill>
              </a:defRPr>
            </a:lvl3pPr>
            <a:lvl4pPr marL="1371600" indent="0">
              <a:buNone/>
              <a:defRPr sz="2400">
                <a:solidFill>
                  <a:schemeClr val="bg1">
                    <a:lumMod val="50000"/>
                  </a:schemeClr>
                </a:solidFill>
              </a:defRPr>
            </a:lvl4pPr>
            <a:lvl5pPr marL="1828800" indent="0">
              <a:buNone/>
              <a:defRPr sz="2400">
                <a:solidFill>
                  <a:schemeClr val="bg1">
                    <a:lumMod val="50000"/>
                  </a:schemeClr>
                </a:solidFill>
              </a:defRPr>
            </a:lvl5pPr>
          </a:lstStyle>
          <a:p>
            <a:pPr lvl="0"/>
            <a:r>
              <a:rPr lang="en-US"/>
              <a:t>Extra words in orange</a:t>
            </a:r>
          </a:p>
        </p:txBody>
      </p:sp>
    </p:spTree>
    <p:extLst>
      <p:ext uri="{BB962C8B-B14F-4D97-AF65-F5344CB8AC3E}">
        <p14:creationId xmlns:p14="http://schemas.microsoft.com/office/powerpoint/2010/main" val="42851521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3A. End P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87ABE0F-3EC4-BAF7-5219-47D9B2C2F9E8}"/>
              </a:ext>
            </a:extLst>
          </p:cNvPr>
          <p:cNvGrpSpPr/>
          <p:nvPr userDrawn="1"/>
        </p:nvGrpSpPr>
        <p:grpSpPr>
          <a:xfrm>
            <a:off x="-267417" y="593203"/>
            <a:ext cx="7066773" cy="4279738"/>
            <a:chOff x="1362414" y="652144"/>
            <a:chExt cx="13987358" cy="8470942"/>
          </a:xfrm>
        </p:grpSpPr>
        <p:sp>
          <p:nvSpPr>
            <p:cNvPr id="4" name="Triangle 3">
              <a:extLst>
                <a:ext uri="{FF2B5EF4-FFF2-40B4-BE49-F238E27FC236}">
                  <a16:creationId xmlns:a16="http://schemas.microsoft.com/office/drawing/2014/main" id="{D70833C1-11DF-CF1D-A7E1-0FC52DF36F26}"/>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D5A60280-C4B8-2C85-3213-5AD64531C911}"/>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 Placeholder 15">
            <a:extLst>
              <a:ext uri="{FF2B5EF4-FFF2-40B4-BE49-F238E27FC236}">
                <a16:creationId xmlns:a16="http://schemas.microsoft.com/office/drawing/2014/main" id="{EAF16024-2620-46E0-D61E-ADF06DCEC4F3}"/>
              </a:ext>
            </a:extLst>
          </p:cNvPr>
          <p:cNvSpPr>
            <a:spLocks noGrp="1"/>
          </p:cNvSpPr>
          <p:nvPr>
            <p:ph type="body" sz="quarter" idx="11" hasCustomPrompt="1"/>
          </p:nvPr>
        </p:nvSpPr>
        <p:spPr>
          <a:xfrm>
            <a:off x="6335211" y="3210507"/>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9" name="Text Placeholder 17">
            <a:extLst>
              <a:ext uri="{FF2B5EF4-FFF2-40B4-BE49-F238E27FC236}">
                <a16:creationId xmlns:a16="http://schemas.microsoft.com/office/drawing/2014/main" id="{89DFCF12-2CFE-396B-C01A-FFB96A8533FE}"/>
              </a:ext>
            </a:extLst>
          </p:cNvPr>
          <p:cNvSpPr>
            <a:spLocks noGrp="1"/>
          </p:cNvSpPr>
          <p:nvPr>
            <p:ph type="body" sz="quarter" idx="12" hasCustomPrompt="1"/>
          </p:nvPr>
        </p:nvSpPr>
        <p:spPr>
          <a:xfrm>
            <a:off x="6335211" y="3438365"/>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0" name="Text Placeholder 19">
            <a:extLst>
              <a:ext uri="{FF2B5EF4-FFF2-40B4-BE49-F238E27FC236}">
                <a16:creationId xmlns:a16="http://schemas.microsoft.com/office/drawing/2014/main" id="{36EF4F08-94C6-C20F-0BEA-81FA1846B72C}"/>
              </a:ext>
            </a:extLst>
          </p:cNvPr>
          <p:cNvSpPr>
            <a:spLocks noGrp="1"/>
          </p:cNvSpPr>
          <p:nvPr>
            <p:ph type="body" sz="quarter" idx="13" hasCustomPrompt="1"/>
          </p:nvPr>
        </p:nvSpPr>
        <p:spPr>
          <a:xfrm>
            <a:off x="6335211" y="3745911"/>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14" name="TextBox 13">
            <a:extLst>
              <a:ext uri="{FF2B5EF4-FFF2-40B4-BE49-F238E27FC236}">
                <a16:creationId xmlns:a16="http://schemas.microsoft.com/office/drawing/2014/main" id="{ED8E1F26-C77E-2E37-1606-3B6D26A17348}"/>
              </a:ext>
            </a:extLst>
          </p:cNvPr>
          <p:cNvSpPr txBox="1"/>
          <p:nvPr userDrawn="1"/>
        </p:nvSpPr>
        <p:spPr>
          <a:xfrm>
            <a:off x="6312061" y="1292423"/>
            <a:ext cx="1309632" cy="307777"/>
          </a:xfrm>
          <a:prstGeom prst="rect">
            <a:avLst/>
          </a:prstGeom>
        </p:spPr>
        <p:txBody>
          <a:bodyPr spcFirstLastPara="1" vert="horz" wrap="square" lIns="0" tIns="0" rIns="0" bIns="0" rtlCol="0" anchor="t" anchorCtr="0">
            <a:spAutoFit/>
          </a:bodyPr>
          <a:lstStyle/>
          <a:p>
            <a:pPr algn="l"/>
            <a:r>
              <a:rPr lang="en-US" sz="2000" b="1">
                <a:solidFill>
                  <a:srgbClr val="EC8B1F"/>
                </a:solidFill>
              </a:rPr>
              <a:t>Contacts</a:t>
            </a:r>
          </a:p>
        </p:txBody>
      </p:sp>
      <p:sp>
        <p:nvSpPr>
          <p:cNvPr id="15" name="Text Placeholder 15">
            <a:extLst>
              <a:ext uri="{FF2B5EF4-FFF2-40B4-BE49-F238E27FC236}">
                <a16:creationId xmlns:a16="http://schemas.microsoft.com/office/drawing/2014/main" id="{6F7D3064-CAB4-F58B-6A52-180E71253313}"/>
              </a:ext>
            </a:extLst>
          </p:cNvPr>
          <p:cNvSpPr>
            <a:spLocks noGrp="1"/>
          </p:cNvSpPr>
          <p:nvPr>
            <p:ph type="body" sz="quarter" idx="14" hasCustomPrompt="1"/>
          </p:nvPr>
        </p:nvSpPr>
        <p:spPr>
          <a:xfrm>
            <a:off x="6335211" y="4613809"/>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16" name="Text Placeholder 17">
            <a:extLst>
              <a:ext uri="{FF2B5EF4-FFF2-40B4-BE49-F238E27FC236}">
                <a16:creationId xmlns:a16="http://schemas.microsoft.com/office/drawing/2014/main" id="{4BFF0F5D-3D19-C07A-558E-C94780083627}"/>
              </a:ext>
            </a:extLst>
          </p:cNvPr>
          <p:cNvSpPr>
            <a:spLocks noGrp="1"/>
          </p:cNvSpPr>
          <p:nvPr>
            <p:ph type="body" sz="quarter" idx="15" hasCustomPrompt="1"/>
          </p:nvPr>
        </p:nvSpPr>
        <p:spPr>
          <a:xfrm>
            <a:off x="6335211" y="4841667"/>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7" name="Text Placeholder 19">
            <a:extLst>
              <a:ext uri="{FF2B5EF4-FFF2-40B4-BE49-F238E27FC236}">
                <a16:creationId xmlns:a16="http://schemas.microsoft.com/office/drawing/2014/main" id="{16765685-9054-8775-F208-3A73A270357F}"/>
              </a:ext>
            </a:extLst>
          </p:cNvPr>
          <p:cNvSpPr>
            <a:spLocks noGrp="1"/>
          </p:cNvSpPr>
          <p:nvPr>
            <p:ph type="body" sz="quarter" idx="16" hasCustomPrompt="1"/>
          </p:nvPr>
        </p:nvSpPr>
        <p:spPr>
          <a:xfrm>
            <a:off x="6335211" y="5149213"/>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18" name="TextBox 17">
            <a:extLst>
              <a:ext uri="{FF2B5EF4-FFF2-40B4-BE49-F238E27FC236}">
                <a16:creationId xmlns:a16="http://schemas.microsoft.com/office/drawing/2014/main" id="{6764D02F-A46C-1CD3-FCD3-7E6DC2993FB2}"/>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a:solidFill>
                  <a:schemeClr val="tx1"/>
                </a:solidFill>
                <a:latin typeface="Arial"/>
                <a:cs typeface="Arial"/>
              </a:rPr>
              <a:t>www.rsginc.com</a:t>
            </a:r>
          </a:p>
          <a:p>
            <a:pPr algn="r" defTabSz="914608">
              <a:tabLst>
                <a:tab pos="4665639" algn="l"/>
              </a:tabLst>
            </a:pPr>
            <a:endParaRPr lang="en-US" sz="1400" spc="100">
              <a:solidFill>
                <a:schemeClr val="bg2"/>
              </a:solidFill>
              <a:latin typeface="Arial"/>
              <a:cs typeface="Arial"/>
            </a:endParaRPr>
          </a:p>
        </p:txBody>
      </p:sp>
      <p:sp>
        <p:nvSpPr>
          <p:cNvPr id="19" name="Text Placeholder 15">
            <a:extLst>
              <a:ext uri="{FF2B5EF4-FFF2-40B4-BE49-F238E27FC236}">
                <a16:creationId xmlns:a16="http://schemas.microsoft.com/office/drawing/2014/main" id="{C56BF557-5E06-3CDC-7CE6-52F789C21300}"/>
              </a:ext>
            </a:extLst>
          </p:cNvPr>
          <p:cNvSpPr>
            <a:spLocks noGrp="1"/>
          </p:cNvSpPr>
          <p:nvPr>
            <p:ph type="body" sz="quarter" idx="17" hasCustomPrompt="1"/>
          </p:nvPr>
        </p:nvSpPr>
        <p:spPr>
          <a:xfrm>
            <a:off x="6335211" y="1807205"/>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20" name="Text Placeholder 17">
            <a:extLst>
              <a:ext uri="{FF2B5EF4-FFF2-40B4-BE49-F238E27FC236}">
                <a16:creationId xmlns:a16="http://schemas.microsoft.com/office/drawing/2014/main" id="{7D585F9B-E2B6-9ABE-40F0-FBA377C8FF56}"/>
              </a:ext>
            </a:extLst>
          </p:cNvPr>
          <p:cNvSpPr>
            <a:spLocks noGrp="1"/>
          </p:cNvSpPr>
          <p:nvPr>
            <p:ph type="body" sz="quarter" idx="18" hasCustomPrompt="1"/>
          </p:nvPr>
        </p:nvSpPr>
        <p:spPr>
          <a:xfrm>
            <a:off x="6335211" y="2035063"/>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21" name="Text Placeholder 19">
            <a:extLst>
              <a:ext uri="{FF2B5EF4-FFF2-40B4-BE49-F238E27FC236}">
                <a16:creationId xmlns:a16="http://schemas.microsoft.com/office/drawing/2014/main" id="{282B0FBE-1305-D996-DA3F-861ADF0EFFAD}"/>
              </a:ext>
            </a:extLst>
          </p:cNvPr>
          <p:cNvSpPr>
            <a:spLocks noGrp="1"/>
          </p:cNvSpPr>
          <p:nvPr>
            <p:ph type="body" sz="quarter" idx="19" hasCustomPrompt="1"/>
          </p:nvPr>
        </p:nvSpPr>
        <p:spPr>
          <a:xfrm>
            <a:off x="6335211" y="2342609"/>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pic>
        <p:nvPicPr>
          <p:cNvPr id="2" name="Picture 1" descr="A black and grey letter&#10;&#10;Description automatically generated">
            <a:extLst>
              <a:ext uri="{FF2B5EF4-FFF2-40B4-BE49-F238E27FC236}">
                <a16:creationId xmlns:a16="http://schemas.microsoft.com/office/drawing/2014/main" id="{83DB0D7B-0AF3-844B-5897-7F9DEF729A46}"/>
              </a:ext>
            </a:extLst>
          </p:cNvPr>
          <p:cNvPicPr>
            <a:picLocks noChangeAspect="1"/>
          </p:cNvPicPr>
          <p:nvPr userDrawn="1"/>
        </p:nvPicPr>
        <p:blipFill>
          <a:blip r:embed="rId2"/>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5842400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3B.End Page w/ Map">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A23C478-0625-C6AF-57A6-A2FCE476B0CF}"/>
              </a:ext>
            </a:extLst>
          </p:cNvPr>
          <p:cNvGrpSpPr/>
          <p:nvPr userDrawn="1"/>
        </p:nvGrpSpPr>
        <p:grpSpPr>
          <a:xfrm>
            <a:off x="-267417" y="593203"/>
            <a:ext cx="7066773" cy="4279738"/>
            <a:chOff x="1362414" y="652144"/>
            <a:chExt cx="13987358" cy="8470942"/>
          </a:xfrm>
        </p:grpSpPr>
        <p:sp>
          <p:nvSpPr>
            <p:cNvPr id="6" name="Triangle 5">
              <a:extLst>
                <a:ext uri="{FF2B5EF4-FFF2-40B4-BE49-F238E27FC236}">
                  <a16:creationId xmlns:a16="http://schemas.microsoft.com/office/drawing/2014/main" id="{5EE13D69-D93C-3D1C-7115-D268E76C0797}"/>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0905921B-2870-BE74-2B21-9FBCC81F89B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 Placeholder 15">
            <a:extLst>
              <a:ext uri="{FF2B5EF4-FFF2-40B4-BE49-F238E27FC236}">
                <a16:creationId xmlns:a16="http://schemas.microsoft.com/office/drawing/2014/main" id="{DE19E56F-41B6-BA88-1398-216721B7AFDA}"/>
              </a:ext>
            </a:extLst>
          </p:cNvPr>
          <p:cNvSpPr>
            <a:spLocks noGrp="1"/>
          </p:cNvSpPr>
          <p:nvPr>
            <p:ph type="body" sz="quarter" idx="11" hasCustomPrompt="1"/>
          </p:nvPr>
        </p:nvSpPr>
        <p:spPr>
          <a:xfrm>
            <a:off x="1648538" y="4295051"/>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12" name="Text Placeholder 17">
            <a:extLst>
              <a:ext uri="{FF2B5EF4-FFF2-40B4-BE49-F238E27FC236}">
                <a16:creationId xmlns:a16="http://schemas.microsoft.com/office/drawing/2014/main" id="{0B0A607E-3A18-03AF-635C-502FCF9C8907}"/>
              </a:ext>
            </a:extLst>
          </p:cNvPr>
          <p:cNvSpPr>
            <a:spLocks noGrp="1"/>
          </p:cNvSpPr>
          <p:nvPr>
            <p:ph type="body" sz="quarter" idx="12" hasCustomPrompt="1"/>
          </p:nvPr>
        </p:nvSpPr>
        <p:spPr>
          <a:xfrm>
            <a:off x="1648537" y="4538083"/>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13" name="Text Placeholder 19">
            <a:extLst>
              <a:ext uri="{FF2B5EF4-FFF2-40B4-BE49-F238E27FC236}">
                <a16:creationId xmlns:a16="http://schemas.microsoft.com/office/drawing/2014/main" id="{3AA7463D-76F4-DD17-05E2-4B4AC5C38A85}"/>
              </a:ext>
            </a:extLst>
          </p:cNvPr>
          <p:cNvSpPr>
            <a:spLocks noGrp="1"/>
          </p:cNvSpPr>
          <p:nvPr>
            <p:ph type="body" sz="quarter" idx="13" hasCustomPrompt="1"/>
          </p:nvPr>
        </p:nvSpPr>
        <p:spPr>
          <a:xfrm>
            <a:off x="1648537" y="4845629"/>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sp>
        <p:nvSpPr>
          <p:cNvPr id="23" name="TextBox 22">
            <a:extLst>
              <a:ext uri="{FF2B5EF4-FFF2-40B4-BE49-F238E27FC236}">
                <a16:creationId xmlns:a16="http://schemas.microsoft.com/office/drawing/2014/main" id="{DB7F15E5-975F-ED59-99AF-23B54444B361}"/>
              </a:ext>
            </a:extLst>
          </p:cNvPr>
          <p:cNvSpPr txBox="1"/>
          <p:nvPr userDrawn="1"/>
        </p:nvSpPr>
        <p:spPr>
          <a:xfrm>
            <a:off x="1616146" y="3740912"/>
            <a:ext cx="1309632" cy="307777"/>
          </a:xfrm>
          <a:prstGeom prst="rect">
            <a:avLst/>
          </a:prstGeom>
        </p:spPr>
        <p:txBody>
          <a:bodyPr spcFirstLastPara="1" vert="horz" wrap="square" lIns="0" tIns="0" rIns="0" bIns="0" rtlCol="0" anchor="t" anchorCtr="0">
            <a:spAutoFit/>
          </a:bodyPr>
          <a:lstStyle/>
          <a:p>
            <a:pPr algn="l"/>
            <a:r>
              <a:rPr lang="en-US" sz="2000" b="1">
                <a:solidFill>
                  <a:srgbClr val="EC8B1F"/>
                </a:solidFill>
              </a:rPr>
              <a:t>Contacts</a:t>
            </a:r>
          </a:p>
        </p:txBody>
      </p:sp>
      <p:sp>
        <p:nvSpPr>
          <p:cNvPr id="24" name="Text Placeholder 15">
            <a:extLst>
              <a:ext uri="{FF2B5EF4-FFF2-40B4-BE49-F238E27FC236}">
                <a16:creationId xmlns:a16="http://schemas.microsoft.com/office/drawing/2014/main" id="{818F19F7-DE6B-739E-C681-BAC240351F8F}"/>
              </a:ext>
            </a:extLst>
          </p:cNvPr>
          <p:cNvSpPr>
            <a:spLocks noGrp="1"/>
          </p:cNvSpPr>
          <p:nvPr>
            <p:ph type="body" sz="quarter" idx="14" hasCustomPrompt="1"/>
          </p:nvPr>
        </p:nvSpPr>
        <p:spPr>
          <a:xfrm>
            <a:off x="5536134" y="4298055"/>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PROJECT MANAGER NAME</a:t>
            </a:r>
          </a:p>
        </p:txBody>
      </p:sp>
      <p:sp>
        <p:nvSpPr>
          <p:cNvPr id="25" name="Text Placeholder 17">
            <a:extLst>
              <a:ext uri="{FF2B5EF4-FFF2-40B4-BE49-F238E27FC236}">
                <a16:creationId xmlns:a16="http://schemas.microsoft.com/office/drawing/2014/main" id="{E4B80493-0F21-5E47-9839-36FC66CC6353}"/>
              </a:ext>
            </a:extLst>
          </p:cNvPr>
          <p:cNvSpPr>
            <a:spLocks noGrp="1"/>
          </p:cNvSpPr>
          <p:nvPr>
            <p:ph type="body" sz="quarter" idx="15" hasCustomPrompt="1"/>
          </p:nvPr>
        </p:nvSpPr>
        <p:spPr>
          <a:xfrm>
            <a:off x="5536133" y="4541087"/>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a:t>TITLE</a:t>
            </a:r>
          </a:p>
        </p:txBody>
      </p:sp>
      <p:sp>
        <p:nvSpPr>
          <p:cNvPr id="26" name="Text Placeholder 19">
            <a:extLst>
              <a:ext uri="{FF2B5EF4-FFF2-40B4-BE49-F238E27FC236}">
                <a16:creationId xmlns:a16="http://schemas.microsoft.com/office/drawing/2014/main" id="{D0D6816F-4237-8AFF-2FA3-20A430AF1CB7}"/>
              </a:ext>
            </a:extLst>
          </p:cNvPr>
          <p:cNvSpPr>
            <a:spLocks noGrp="1"/>
          </p:cNvSpPr>
          <p:nvPr>
            <p:ph type="body" sz="quarter" idx="16" hasCustomPrompt="1"/>
          </p:nvPr>
        </p:nvSpPr>
        <p:spPr>
          <a:xfrm>
            <a:off x="5536133" y="4848633"/>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a:t>Email</a:t>
            </a:r>
            <a:br>
              <a:rPr lang="en-US"/>
            </a:br>
            <a:r>
              <a:rPr lang="en-US"/>
              <a:t>Phone</a:t>
            </a:r>
          </a:p>
        </p:txBody>
      </p:sp>
      <p:pic>
        <p:nvPicPr>
          <p:cNvPr id="27" name="Picture 26" descr="Map&#10;&#10;Description automatically generated">
            <a:extLst>
              <a:ext uri="{FF2B5EF4-FFF2-40B4-BE49-F238E27FC236}">
                <a16:creationId xmlns:a16="http://schemas.microsoft.com/office/drawing/2014/main" id="{D9D23E18-1BDA-B5E8-B300-ACE8DBA1D70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51163" y="360000"/>
            <a:ext cx="6318563" cy="3733697"/>
          </a:xfrm>
          <a:prstGeom prst="rect">
            <a:avLst/>
          </a:prstGeom>
        </p:spPr>
      </p:pic>
      <p:sp>
        <p:nvSpPr>
          <p:cNvPr id="28" name="TextBox 27">
            <a:extLst>
              <a:ext uri="{FF2B5EF4-FFF2-40B4-BE49-F238E27FC236}">
                <a16:creationId xmlns:a16="http://schemas.microsoft.com/office/drawing/2014/main" id="{55EE3318-FFFB-2C43-7B14-ED77132A37A4}"/>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a:solidFill>
                  <a:schemeClr val="tx1"/>
                </a:solidFill>
                <a:latin typeface="Arial"/>
                <a:cs typeface="Arial"/>
              </a:rPr>
              <a:t>www.rsginc.com</a:t>
            </a:r>
          </a:p>
          <a:p>
            <a:pPr algn="r" defTabSz="914608">
              <a:tabLst>
                <a:tab pos="4665639" algn="l"/>
              </a:tabLst>
            </a:pPr>
            <a:endParaRPr lang="en-US" sz="1400" spc="100">
              <a:solidFill>
                <a:schemeClr val="bg2"/>
              </a:solidFill>
              <a:latin typeface="Arial"/>
              <a:cs typeface="Arial"/>
            </a:endParaRPr>
          </a:p>
        </p:txBody>
      </p:sp>
      <p:pic>
        <p:nvPicPr>
          <p:cNvPr id="3" name="Picture 2" descr="A black and grey letter&#10;&#10;Description automatically generated">
            <a:extLst>
              <a:ext uri="{FF2B5EF4-FFF2-40B4-BE49-F238E27FC236}">
                <a16:creationId xmlns:a16="http://schemas.microsoft.com/office/drawing/2014/main" id="{ED6C8B63-E460-87D8-01DA-ACF495D0839F}"/>
              </a:ext>
            </a:extLst>
          </p:cNvPr>
          <p:cNvPicPr>
            <a:picLocks noChangeAspect="1"/>
          </p:cNvPicPr>
          <p:nvPr userDrawn="1"/>
        </p:nvPicPr>
        <p:blipFill>
          <a:blip r:embed="rId3"/>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11958153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0.xml"/><Relationship Id="rId7"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theme" Target="../theme/theme3.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5" Type="http://schemas.openxmlformats.org/officeDocument/2006/relationships/theme" Target="../theme/theme4.xml"/><Relationship Id="rId4"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5" Type="http://schemas.openxmlformats.org/officeDocument/2006/relationships/theme" Target="../theme/theme5.xml"/><Relationship Id="rId4" Type="http://schemas.openxmlformats.org/officeDocument/2006/relationships/slideLayout" Target="../slideLayouts/slideLayout2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theme" Target="../theme/theme6.xml"/><Relationship Id="rId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00B9E1-6A86-55B9-F075-3E75A0632F65}"/>
              </a:ext>
            </a:extLst>
          </p:cNvPr>
          <p:cNvSpPr>
            <a:spLocks noGrp="1"/>
          </p:cNvSpPr>
          <p:nvPr>
            <p:ph type="body" idx="1"/>
          </p:nvPr>
        </p:nvSpPr>
        <p:spPr>
          <a:xfrm>
            <a:off x="838200" y="1619794"/>
            <a:ext cx="10515600" cy="4351338"/>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 / Italics</a:t>
            </a:r>
          </a:p>
          <a:p>
            <a:pPr lvl="4"/>
            <a:r>
              <a:rPr lang="en-US"/>
              <a:t>Fifth Level</a:t>
            </a:r>
          </a:p>
          <a:p>
            <a:pPr lvl="3"/>
            <a:endParaRPr lang="en-US"/>
          </a:p>
        </p:txBody>
      </p:sp>
      <p:sp>
        <p:nvSpPr>
          <p:cNvPr id="9" name="Slide Number Placeholder 2">
            <a:extLst>
              <a:ext uri="{FF2B5EF4-FFF2-40B4-BE49-F238E27FC236}">
                <a16:creationId xmlns:a16="http://schemas.microsoft.com/office/drawing/2014/main" id="{0A2E575F-900B-BD64-2189-7F1A9C9CE00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a:p>
        </p:txBody>
      </p:sp>
      <p:sp>
        <p:nvSpPr>
          <p:cNvPr id="11" name="Title Placeholder 1">
            <a:extLst>
              <a:ext uri="{FF2B5EF4-FFF2-40B4-BE49-F238E27FC236}">
                <a16:creationId xmlns:a16="http://schemas.microsoft.com/office/drawing/2014/main" id="{90E6FB74-FA1E-D13B-0D4C-55FEC531E13B}"/>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pic>
        <p:nvPicPr>
          <p:cNvPr id="4" name="Picture 3" descr="A black and grey letter&#10;&#10;Description automatically generated">
            <a:extLst>
              <a:ext uri="{FF2B5EF4-FFF2-40B4-BE49-F238E27FC236}">
                <a16:creationId xmlns:a16="http://schemas.microsoft.com/office/drawing/2014/main" id="{CA19190E-19DB-95C5-51EC-1F955EA3ED71}"/>
              </a:ext>
            </a:extLst>
          </p:cNvPr>
          <p:cNvPicPr>
            <a:picLocks noChangeAspect="1"/>
          </p:cNvPicPr>
          <p:nvPr userDrawn="1"/>
        </p:nvPicPr>
        <p:blipFill>
          <a:blip r:embed="rId9"/>
          <a:stretch>
            <a:fillRect/>
          </a:stretch>
        </p:blipFill>
        <p:spPr>
          <a:xfrm>
            <a:off x="838200" y="6444237"/>
            <a:ext cx="759619" cy="195730"/>
          </a:xfrm>
          <a:prstGeom prst="rect">
            <a:avLst/>
          </a:prstGeom>
        </p:spPr>
      </p:pic>
    </p:spTree>
    <p:extLst>
      <p:ext uri="{BB962C8B-B14F-4D97-AF65-F5344CB8AC3E}">
        <p14:creationId xmlns:p14="http://schemas.microsoft.com/office/powerpoint/2010/main" val="101791380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9" r:id="rId3"/>
    <p:sldLayoutId id="2147483698" r:id="rId4"/>
    <p:sldLayoutId id="2147483717" r:id="rId5"/>
    <p:sldLayoutId id="2147483718" r:id="rId6"/>
    <p:sldLayoutId id="2147483719" r:id="rId7"/>
  </p:sldLayoutIdLst>
  <p:hf hdr="0" ftr="0" dt="0"/>
  <p:txStyles>
    <p:titleStyle>
      <a:lvl1pPr algn="l" defTabSz="914400" rtl="0" eaLnBrk="1" latinLnBrk="0" hangingPunct="1">
        <a:lnSpc>
          <a:spcPct val="90000"/>
        </a:lnSpc>
        <a:spcBef>
          <a:spcPct val="0"/>
        </a:spcBef>
        <a:buNone/>
        <a:defRPr sz="2800" b="1" i="0" kern="1200">
          <a:solidFill>
            <a:srgbClr val="48484A"/>
          </a:solidFill>
          <a:latin typeface="Arial" panose="020B0604020202020204" pitchFamily="34" charset="0"/>
          <a:ea typeface="+mj-ea"/>
          <a:cs typeface="Arial" panose="020B0604020202020204" pitchFamily="34" charset="0"/>
        </a:defRPr>
      </a:lvl1pPr>
    </p:titleStyle>
    <p:bodyStyle>
      <a:lvl1pPr marL="182880" indent="-182880" algn="l" defTabSz="914400" rtl="0" eaLnBrk="1" fontAlgn="ctr" latinLnBrk="0" hangingPunct="1">
        <a:lnSpc>
          <a:spcPct val="110000"/>
        </a:lnSpc>
        <a:spcBef>
          <a:spcPts val="1000"/>
        </a:spcBef>
        <a:buClr>
          <a:srgbClr val="48484A"/>
        </a:buClr>
        <a:buSzPct val="150000"/>
        <a:buFont typeface="Arial" panose="020B0604020202020204" pitchFamily="34" charset="0"/>
        <a:buChar char="•"/>
        <a:defRPr sz="1200" b="0" i="0" kern="1200">
          <a:solidFill>
            <a:srgbClr val="48484A"/>
          </a:solidFill>
          <a:latin typeface="Arial" panose="020B0604020202020204" pitchFamily="34" charset="0"/>
          <a:ea typeface="+mn-ea"/>
          <a:cs typeface="Arial" panose="020B0604020202020204" pitchFamily="34" charset="0"/>
        </a:defRPr>
      </a:lvl1pPr>
      <a:lvl2pPr marL="365760" indent="-182880" algn="l" defTabSz="914400" rtl="0" eaLnBrk="1" fontAlgn="ctr" latinLnBrk="0" hangingPunct="1">
        <a:lnSpc>
          <a:spcPct val="110000"/>
        </a:lnSpc>
        <a:spcBef>
          <a:spcPts val="500"/>
        </a:spcBef>
        <a:buClr>
          <a:srgbClr val="48484A"/>
        </a:buClr>
        <a:buSzPct val="100000"/>
        <a:buFont typeface="System Font Regular"/>
        <a:buChar char="–"/>
        <a:defRPr sz="1200" b="0" i="0" kern="1200">
          <a:solidFill>
            <a:srgbClr val="48484A"/>
          </a:solidFill>
          <a:latin typeface="Arial" panose="020B0604020202020204" pitchFamily="34" charset="0"/>
          <a:ea typeface="+mn-ea"/>
          <a:cs typeface="Arial" panose="020B0604020202020204" pitchFamily="34" charset="0"/>
        </a:defRPr>
      </a:lvl2pPr>
      <a:lvl3pPr marL="548640" indent="-182880" algn="l" defTabSz="914400" rtl="0" eaLnBrk="1" fontAlgn="ctr" latinLnBrk="0" hangingPunct="1">
        <a:lnSpc>
          <a:spcPct val="110000"/>
        </a:lnSpc>
        <a:spcBef>
          <a:spcPts val="500"/>
        </a:spcBef>
        <a:buClr>
          <a:srgbClr val="48484A"/>
        </a:buClr>
        <a:buSzPct val="100000"/>
        <a:buFont typeface="Courier New" panose="02070309020205020404" pitchFamily="49" charset="0"/>
        <a:buChar char="o"/>
        <a:defRPr sz="1200" b="0" i="0" kern="1200">
          <a:solidFill>
            <a:srgbClr val="48484A"/>
          </a:solidFill>
          <a:latin typeface="Arial" panose="020B0604020202020204" pitchFamily="34" charset="0"/>
          <a:ea typeface="+mn-ea"/>
          <a:cs typeface="Arial" panose="020B0604020202020204" pitchFamily="34" charset="0"/>
        </a:defRPr>
      </a:lvl3pPr>
      <a:lvl4pPr marL="548640" indent="0" algn="l" defTabSz="914400" rtl="0" eaLnBrk="1" fontAlgn="ctr" latinLnBrk="0" hangingPunct="1">
        <a:lnSpc>
          <a:spcPct val="110000"/>
        </a:lnSpc>
        <a:spcBef>
          <a:spcPts val="500"/>
        </a:spcBef>
        <a:buClr>
          <a:srgbClr val="48484A"/>
        </a:buClr>
        <a:buSzPct val="100000"/>
        <a:buFontTx/>
        <a:buNone/>
        <a:defRPr sz="1200" b="0" i="1" kern="1200">
          <a:solidFill>
            <a:srgbClr val="48484A"/>
          </a:solidFill>
          <a:latin typeface="Arial" panose="020B0604020202020204" pitchFamily="34" charset="0"/>
          <a:ea typeface="+mn-ea"/>
          <a:cs typeface="Arial" panose="020B0604020202020204" pitchFamily="34" charset="0"/>
        </a:defRPr>
      </a:lvl4pPr>
      <a:lvl5pPr marL="731520" indent="-182880" algn="l" defTabSz="914400" rtl="0" eaLnBrk="1" fontAlgn="ctr" latinLnBrk="0" hangingPunct="1">
        <a:lnSpc>
          <a:spcPct val="110000"/>
        </a:lnSpc>
        <a:spcBef>
          <a:spcPts val="500"/>
        </a:spcBef>
        <a:buClr>
          <a:srgbClr val="48484A"/>
        </a:buClr>
        <a:buSzPct val="100000"/>
        <a:buFont typeface="Wingdings" pitchFamily="2" charset="2"/>
        <a:buChar char="§"/>
        <a:defRPr sz="1200" b="0" i="0" kern="1200">
          <a:solidFill>
            <a:srgbClr val="48484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orient="horz" pos="336" userDrawn="1">
          <p15:clr>
            <a:srgbClr val="A4A3A4"/>
          </p15:clr>
        </p15:guide>
        <p15:guide id="4" orient="horz" pos="408" userDrawn="1">
          <p15:clr>
            <a:srgbClr val="A4A3A4"/>
          </p15:clr>
        </p15:guide>
        <p15:guide id="5" orient="horz" pos="720" userDrawn="1">
          <p15:clr>
            <a:srgbClr val="5ACBF0"/>
          </p15:clr>
        </p15:guide>
        <p15:guide id="6" orient="horz" pos="1008" userDrawn="1">
          <p15:clr>
            <a:srgbClr val="5ACBF0"/>
          </p15:clr>
        </p15:guide>
        <p15:guide id="7" orient="horz" pos="1296" userDrawn="1">
          <p15:clr>
            <a:srgbClr val="5ACBF0"/>
          </p15:clr>
        </p15:guide>
        <p15:guide id="8" orient="horz" pos="1584" userDrawn="1">
          <p15:clr>
            <a:srgbClr val="5ACBF0"/>
          </p15:clr>
        </p15:guide>
        <p15:guide id="9" orient="horz" pos="1872" userDrawn="1">
          <p15:clr>
            <a:srgbClr val="5ACBF0"/>
          </p15:clr>
        </p15:guide>
        <p15:guide id="10" orient="horz" pos="2448" userDrawn="1">
          <p15:clr>
            <a:srgbClr val="5ACBF0"/>
          </p15:clr>
        </p15:guide>
        <p15:guide id="11" orient="horz" pos="2736" userDrawn="1">
          <p15:clr>
            <a:srgbClr val="5ACBF0"/>
          </p15:clr>
        </p15:guide>
        <p15:guide id="12" orient="horz" pos="3024" userDrawn="1">
          <p15:clr>
            <a:srgbClr val="5ACBF0"/>
          </p15:clr>
        </p15:guide>
        <p15:guide id="13" orient="horz" pos="3312" userDrawn="1">
          <p15:clr>
            <a:srgbClr val="5ACBF0"/>
          </p15:clr>
        </p15:guide>
        <p15:guide id="14" orient="horz" pos="3600" userDrawn="1">
          <p15:clr>
            <a:srgbClr val="5ACBF0"/>
          </p15:clr>
        </p15:guide>
        <p15:guide id="15" orient="horz" pos="3888" userDrawn="1">
          <p15:clr>
            <a:srgbClr val="A4A3A4"/>
          </p15:clr>
        </p15:guide>
        <p15:guide id="16" pos="528" userDrawn="1">
          <p15:clr>
            <a:srgbClr val="A4A3A4"/>
          </p15:clr>
        </p15:guide>
        <p15:guide id="17" pos="7152"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00B9E1-6A86-55B9-F075-3E75A0632F65}"/>
              </a:ext>
            </a:extLst>
          </p:cNvPr>
          <p:cNvSpPr>
            <a:spLocks noGrp="1"/>
          </p:cNvSpPr>
          <p:nvPr>
            <p:ph type="body" idx="1"/>
          </p:nvPr>
        </p:nvSpPr>
        <p:spPr>
          <a:xfrm>
            <a:off x="838200" y="1619794"/>
            <a:ext cx="10515600" cy="1616020"/>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3"/>
            <a:endParaRPr lang="en-US"/>
          </a:p>
        </p:txBody>
      </p:sp>
      <p:sp>
        <p:nvSpPr>
          <p:cNvPr id="9" name="Slide Number Placeholder 2">
            <a:extLst>
              <a:ext uri="{FF2B5EF4-FFF2-40B4-BE49-F238E27FC236}">
                <a16:creationId xmlns:a16="http://schemas.microsoft.com/office/drawing/2014/main" id="{0A2E575F-900B-BD64-2189-7F1A9C9CE00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a:p>
        </p:txBody>
      </p:sp>
      <p:sp>
        <p:nvSpPr>
          <p:cNvPr id="11" name="Title Placeholder 1">
            <a:extLst>
              <a:ext uri="{FF2B5EF4-FFF2-40B4-BE49-F238E27FC236}">
                <a16:creationId xmlns:a16="http://schemas.microsoft.com/office/drawing/2014/main" id="{90E6FB74-FA1E-D13B-0D4C-55FEC531E13B}"/>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a:t>Click to edit Master title style</a:t>
            </a:r>
          </a:p>
        </p:txBody>
      </p:sp>
      <p:pic>
        <p:nvPicPr>
          <p:cNvPr id="2" name="Picture 1" descr="A black and grey letter&#10;&#10;Description automatically generated">
            <a:extLst>
              <a:ext uri="{FF2B5EF4-FFF2-40B4-BE49-F238E27FC236}">
                <a16:creationId xmlns:a16="http://schemas.microsoft.com/office/drawing/2014/main" id="{50BA6AF2-5550-0278-E0C5-58B9A4D616EF}"/>
              </a:ext>
            </a:extLst>
          </p:cNvPr>
          <p:cNvPicPr>
            <a:picLocks noChangeAspect="1"/>
          </p:cNvPicPr>
          <p:nvPr userDrawn="1"/>
        </p:nvPicPr>
        <p:blipFill>
          <a:blip r:embed="rId8"/>
          <a:stretch>
            <a:fillRect/>
          </a:stretch>
        </p:blipFill>
        <p:spPr>
          <a:xfrm>
            <a:off x="838200" y="6444237"/>
            <a:ext cx="759619" cy="195730"/>
          </a:xfrm>
          <a:prstGeom prst="rect">
            <a:avLst/>
          </a:prstGeom>
        </p:spPr>
      </p:pic>
    </p:spTree>
    <p:extLst>
      <p:ext uri="{BB962C8B-B14F-4D97-AF65-F5344CB8AC3E}">
        <p14:creationId xmlns:p14="http://schemas.microsoft.com/office/powerpoint/2010/main" val="3860902516"/>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20" r:id="rId5"/>
    <p:sldLayoutId id="2147483721" r:id="rId6"/>
  </p:sldLayoutIdLst>
  <p:hf hdr="0" ftr="0" dt="0"/>
  <p:txStyles>
    <p:titleStyle>
      <a:lvl1pPr algn="l" defTabSz="914400" rtl="0" eaLnBrk="1" latinLnBrk="0" hangingPunct="1">
        <a:lnSpc>
          <a:spcPct val="90000"/>
        </a:lnSpc>
        <a:spcBef>
          <a:spcPct val="0"/>
        </a:spcBef>
        <a:buNone/>
        <a:defRPr sz="2800" b="1" i="0" kern="1200">
          <a:solidFill>
            <a:srgbClr val="48484A"/>
          </a:solidFill>
          <a:latin typeface="Arial" panose="020B0604020202020204" pitchFamily="34" charset="0"/>
          <a:ea typeface="+mj-ea"/>
          <a:cs typeface="Arial" panose="020B0604020202020204" pitchFamily="34" charset="0"/>
        </a:defRPr>
      </a:lvl1pPr>
    </p:titleStyle>
    <p:bodyStyle>
      <a:lvl1pPr marL="182880" indent="-182880" algn="l" defTabSz="914400" rtl="0" eaLnBrk="1" fontAlgn="ctr" latinLnBrk="0" hangingPunct="1">
        <a:lnSpc>
          <a:spcPct val="110000"/>
        </a:lnSpc>
        <a:spcBef>
          <a:spcPts val="1000"/>
        </a:spcBef>
        <a:buClr>
          <a:srgbClr val="EC8B1F"/>
        </a:buClr>
        <a:buSzPct val="250000"/>
        <a:buFont typeface="Arial" panose="020B0604020202020204" pitchFamily="34" charset="0"/>
        <a:buChar char="•"/>
        <a:defRPr sz="1200" b="1" i="0" kern="1200">
          <a:solidFill>
            <a:srgbClr val="48484A"/>
          </a:solidFill>
          <a:latin typeface="Arial" panose="020B0604020202020204" pitchFamily="34" charset="0"/>
          <a:ea typeface="+mn-ea"/>
          <a:cs typeface="Arial" panose="020B0604020202020204" pitchFamily="34" charset="0"/>
        </a:defRPr>
      </a:lvl1pPr>
      <a:lvl2pPr marL="365760" indent="-182880" algn="l" defTabSz="914400" rtl="0" eaLnBrk="1" latinLnBrk="0" hangingPunct="1">
        <a:lnSpc>
          <a:spcPct val="110000"/>
        </a:lnSpc>
        <a:spcBef>
          <a:spcPts val="500"/>
        </a:spcBef>
        <a:buClr>
          <a:srgbClr val="EC8B1F"/>
        </a:buClr>
        <a:buSzPct val="125000"/>
        <a:buFont typeface="System Font Regular"/>
        <a:buChar char="–"/>
        <a:defRPr sz="1200" b="1" i="0" kern="1200">
          <a:solidFill>
            <a:srgbClr val="48484A"/>
          </a:solidFill>
          <a:latin typeface="Arial" panose="020B0604020202020204" pitchFamily="34" charset="0"/>
          <a:ea typeface="+mn-ea"/>
          <a:cs typeface="Arial" panose="020B0604020202020204" pitchFamily="34" charset="0"/>
        </a:defRPr>
      </a:lvl2pPr>
      <a:lvl3pPr marL="548640" indent="-182880" algn="l" defTabSz="914400" rtl="0" eaLnBrk="1" latinLnBrk="0" hangingPunct="1">
        <a:lnSpc>
          <a:spcPct val="110000"/>
        </a:lnSpc>
        <a:spcBef>
          <a:spcPts val="500"/>
        </a:spcBef>
        <a:buClr>
          <a:srgbClr val="EC8B1F"/>
        </a:buClr>
        <a:buSzPct val="125000"/>
        <a:buFont typeface="Courier New" panose="02070309020205020404" pitchFamily="49" charset="0"/>
        <a:buChar char="o"/>
        <a:defRPr sz="1200" b="1" i="0" kern="1200">
          <a:solidFill>
            <a:srgbClr val="48484A"/>
          </a:solidFill>
          <a:latin typeface="Arial" panose="020B0604020202020204" pitchFamily="34" charset="0"/>
          <a:ea typeface="+mn-ea"/>
          <a:cs typeface="Arial" panose="020B0604020202020204" pitchFamily="34" charset="0"/>
        </a:defRPr>
      </a:lvl3pPr>
      <a:lvl4pPr marL="548640" indent="0" algn="l" defTabSz="914400" rtl="0" eaLnBrk="1" latinLnBrk="0" hangingPunct="1">
        <a:lnSpc>
          <a:spcPct val="110000"/>
        </a:lnSpc>
        <a:spcBef>
          <a:spcPts val="500"/>
        </a:spcBef>
        <a:buClr>
          <a:srgbClr val="48484A"/>
        </a:buClr>
        <a:buSzPct val="100000"/>
        <a:buFontTx/>
        <a:buNone/>
        <a:defRPr sz="1200" b="1" i="1" kern="1200">
          <a:solidFill>
            <a:srgbClr val="48484A"/>
          </a:solidFill>
          <a:latin typeface="Arial" panose="020B0604020202020204" pitchFamily="34" charset="0"/>
          <a:ea typeface="+mn-ea"/>
          <a:cs typeface="Arial" panose="020B0604020202020204" pitchFamily="34" charset="0"/>
        </a:defRPr>
      </a:lvl4pPr>
      <a:lvl5pPr marL="731520" indent="-182880" algn="l" defTabSz="914400" rtl="0" eaLnBrk="1" latinLnBrk="0" hangingPunct="1">
        <a:lnSpc>
          <a:spcPct val="110000"/>
        </a:lnSpc>
        <a:spcBef>
          <a:spcPts val="500"/>
        </a:spcBef>
        <a:buClr>
          <a:srgbClr val="EC8B1F"/>
        </a:buClr>
        <a:buSzPct val="125000"/>
        <a:buFont typeface="Wingdings" pitchFamily="2" charset="2"/>
        <a:buChar char="§"/>
        <a:defRPr sz="1200" b="1" i="0" kern="1200">
          <a:solidFill>
            <a:srgbClr val="48484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orient="horz" pos="336" userDrawn="1">
          <p15:clr>
            <a:srgbClr val="A4A3A4"/>
          </p15:clr>
        </p15:guide>
        <p15:guide id="4" orient="horz" pos="408" userDrawn="1">
          <p15:clr>
            <a:srgbClr val="A4A3A4"/>
          </p15:clr>
        </p15:guide>
        <p15:guide id="5" orient="horz" pos="720" userDrawn="1">
          <p15:clr>
            <a:srgbClr val="5ACBF0"/>
          </p15:clr>
        </p15:guide>
        <p15:guide id="6" orient="horz" pos="1008" userDrawn="1">
          <p15:clr>
            <a:srgbClr val="5ACBF0"/>
          </p15:clr>
        </p15:guide>
        <p15:guide id="7" orient="horz" pos="1296" userDrawn="1">
          <p15:clr>
            <a:srgbClr val="5ACBF0"/>
          </p15:clr>
        </p15:guide>
        <p15:guide id="8" orient="horz" pos="1584" userDrawn="1">
          <p15:clr>
            <a:srgbClr val="5ACBF0"/>
          </p15:clr>
        </p15:guide>
        <p15:guide id="9" orient="horz" pos="1872" userDrawn="1">
          <p15:clr>
            <a:srgbClr val="5ACBF0"/>
          </p15:clr>
        </p15:guide>
        <p15:guide id="10" orient="horz" pos="2448" userDrawn="1">
          <p15:clr>
            <a:srgbClr val="5ACBF0"/>
          </p15:clr>
        </p15:guide>
        <p15:guide id="11" orient="horz" pos="2736" userDrawn="1">
          <p15:clr>
            <a:srgbClr val="5ACBF0"/>
          </p15:clr>
        </p15:guide>
        <p15:guide id="12" orient="horz" pos="3024" userDrawn="1">
          <p15:clr>
            <a:srgbClr val="5ACBF0"/>
          </p15:clr>
        </p15:guide>
        <p15:guide id="13" orient="horz" pos="3312" userDrawn="1">
          <p15:clr>
            <a:srgbClr val="5ACBF0"/>
          </p15:clr>
        </p15:guide>
        <p15:guide id="14" orient="horz" pos="3600" userDrawn="1">
          <p15:clr>
            <a:srgbClr val="5ACBF0"/>
          </p15:clr>
        </p15:guide>
        <p15:guide id="15" orient="horz" pos="3888" userDrawn="1">
          <p15:clr>
            <a:srgbClr val="A4A3A4"/>
          </p15:clr>
        </p15:guide>
        <p15:guide id="16" pos="528" userDrawn="1">
          <p15:clr>
            <a:srgbClr val="A4A3A4"/>
          </p15:clr>
        </p15:guide>
        <p15:guide id="17" pos="7152"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lide Number Placeholder 2">
            <a:extLst>
              <a:ext uri="{FF2B5EF4-FFF2-40B4-BE49-F238E27FC236}">
                <a16:creationId xmlns:a16="http://schemas.microsoft.com/office/drawing/2014/main" id="{FD99A527-0A70-630C-C769-031DE1DD167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a:p>
        </p:txBody>
      </p:sp>
      <p:sp>
        <p:nvSpPr>
          <p:cNvPr id="15" name="Text Placeholder 14">
            <a:extLst>
              <a:ext uri="{FF2B5EF4-FFF2-40B4-BE49-F238E27FC236}">
                <a16:creationId xmlns:a16="http://schemas.microsoft.com/office/drawing/2014/main" id="{A966B57F-B3E2-C616-61D4-68061F98217D}"/>
              </a:ext>
            </a:extLst>
          </p:cNvPr>
          <p:cNvSpPr>
            <a:spLocks noGrp="1"/>
          </p:cNvSpPr>
          <p:nvPr>
            <p:ph type="body" idx="1"/>
          </p:nvPr>
        </p:nvSpPr>
        <p:spPr>
          <a:xfrm>
            <a:off x="838200" y="1825625"/>
            <a:ext cx="10515600" cy="4351338"/>
          </a:xfrm>
          <a:prstGeom prst="rect">
            <a:avLst/>
          </a:prstGeom>
        </p:spPr>
        <p:txBody>
          <a:bodyPr vert="horz" lIns="0" tIns="45720" rIns="0" bIns="45720" rtlCol="0">
            <a:normAutofit/>
          </a:bodyPr>
          <a:lstStyle/>
          <a:p>
            <a:pPr lvl="0"/>
            <a:r>
              <a:rPr lang="en-US"/>
              <a:t>Click to edit Master text styles</a:t>
            </a:r>
          </a:p>
        </p:txBody>
      </p:sp>
    </p:spTree>
    <p:extLst>
      <p:ext uri="{BB962C8B-B14F-4D97-AF65-F5344CB8AC3E}">
        <p14:creationId xmlns:p14="http://schemas.microsoft.com/office/powerpoint/2010/main" val="2545940517"/>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2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lnSpc>
          <a:spcPct val="110000"/>
        </a:lnSpc>
        <a:spcBef>
          <a:spcPts val="1000"/>
        </a:spcBef>
        <a:buFontTx/>
        <a:buNone/>
        <a:defRPr sz="1200" kern="1200">
          <a:solidFill>
            <a:schemeClr val="tx1"/>
          </a:solidFill>
          <a:latin typeface="+mn-lt"/>
          <a:ea typeface="+mn-ea"/>
          <a:cs typeface="+mn-cs"/>
        </a:defRPr>
      </a:lvl1pPr>
      <a:lvl2pPr marL="4572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2pPr>
      <a:lvl3pPr marL="9144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3pPr>
      <a:lvl4pPr marL="13716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4pPr>
      <a:lvl5pPr marL="18288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lide Number Placeholder 2">
            <a:extLst>
              <a:ext uri="{FF2B5EF4-FFF2-40B4-BE49-F238E27FC236}">
                <a16:creationId xmlns:a16="http://schemas.microsoft.com/office/drawing/2014/main" id="{FD99A527-0A70-630C-C769-031DE1DD167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a:p>
        </p:txBody>
      </p:sp>
      <p:sp>
        <p:nvSpPr>
          <p:cNvPr id="15" name="Text Placeholder 14">
            <a:extLst>
              <a:ext uri="{FF2B5EF4-FFF2-40B4-BE49-F238E27FC236}">
                <a16:creationId xmlns:a16="http://schemas.microsoft.com/office/drawing/2014/main" id="{A966B57F-B3E2-C616-61D4-68061F98217D}"/>
              </a:ext>
            </a:extLst>
          </p:cNvPr>
          <p:cNvSpPr>
            <a:spLocks noGrp="1"/>
          </p:cNvSpPr>
          <p:nvPr>
            <p:ph type="body" idx="1"/>
          </p:nvPr>
        </p:nvSpPr>
        <p:spPr>
          <a:xfrm>
            <a:off x="838200" y="1825625"/>
            <a:ext cx="10515600" cy="4351338"/>
          </a:xfrm>
          <a:prstGeom prst="rect">
            <a:avLst/>
          </a:prstGeom>
        </p:spPr>
        <p:txBody>
          <a:bodyPr vert="horz" lIns="0" tIns="45720" rIns="0" bIns="45720" rtlCol="0">
            <a:normAutofit/>
          </a:bodyPr>
          <a:lstStyle/>
          <a:p>
            <a:pPr lvl="0"/>
            <a:r>
              <a:rPr lang="en-US"/>
              <a:t>Click to edit Master text styles</a:t>
            </a:r>
          </a:p>
        </p:txBody>
      </p:sp>
    </p:spTree>
    <p:extLst>
      <p:ext uri="{BB962C8B-B14F-4D97-AF65-F5344CB8AC3E}">
        <p14:creationId xmlns:p14="http://schemas.microsoft.com/office/powerpoint/2010/main" val="129369449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lnSpc>
          <a:spcPts val="1400"/>
        </a:lnSpc>
        <a:spcBef>
          <a:spcPts val="1000"/>
        </a:spcBef>
        <a:buFontTx/>
        <a:buNone/>
        <a:defRPr sz="1200" kern="1200">
          <a:solidFill>
            <a:schemeClr val="tx1"/>
          </a:solidFill>
          <a:latin typeface="+mn-lt"/>
          <a:ea typeface="+mn-ea"/>
          <a:cs typeface="+mn-cs"/>
        </a:defRPr>
      </a:lvl1pPr>
      <a:lvl2pPr marL="4572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2pPr>
      <a:lvl3pPr marL="9144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3pPr>
      <a:lvl4pPr marL="13716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4pPr>
      <a:lvl5pPr marL="18288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lide Number Placeholder 2">
            <a:extLst>
              <a:ext uri="{FF2B5EF4-FFF2-40B4-BE49-F238E27FC236}">
                <a16:creationId xmlns:a16="http://schemas.microsoft.com/office/drawing/2014/main" id="{FD99A527-0A70-630C-C769-031DE1DD167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a:p>
        </p:txBody>
      </p:sp>
      <p:sp>
        <p:nvSpPr>
          <p:cNvPr id="15" name="Text Placeholder 14">
            <a:extLst>
              <a:ext uri="{FF2B5EF4-FFF2-40B4-BE49-F238E27FC236}">
                <a16:creationId xmlns:a16="http://schemas.microsoft.com/office/drawing/2014/main" id="{A966B57F-B3E2-C616-61D4-68061F98217D}"/>
              </a:ext>
            </a:extLst>
          </p:cNvPr>
          <p:cNvSpPr>
            <a:spLocks noGrp="1"/>
          </p:cNvSpPr>
          <p:nvPr>
            <p:ph type="body" idx="1"/>
          </p:nvPr>
        </p:nvSpPr>
        <p:spPr>
          <a:xfrm>
            <a:off x="838200" y="1825625"/>
            <a:ext cx="10515600" cy="4351338"/>
          </a:xfrm>
          <a:prstGeom prst="rect">
            <a:avLst/>
          </a:prstGeom>
        </p:spPr>
        <p:txBody>
          <a:bodyPr vert="horz" lIns="0" tIns="45720" rIns="0" bIns="45720" rtlCol="0">
            <a:normAutofit/>
          </a:bodyPr>
          <a:lstStyle/>
          <a:p>
            <a:pPr lvl="0"/>
            <a:r>
              <a:rPr lang="en-US"/>
              <a:t>Click to edit Master text styles</a:t>
            </a:r>
          </a:p>
        </p:txBody>
      </p:sp>
    </p:spTree>
    <p:extLst>
      <p:ext uri="{BB962C8B-B14F-4D97-AF65-F5344CB8AC3E}">
        <p14:creationId xmlns:p14="http://schemas.microsoft.com/office/powerpoint/2010/main" val="3530052423"/>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lnSpc>
          <a:spcPts val="1400"/>
        </a:lnSpc>
        <a:spcBef>
          <a:spcPts val="1000"/>
        </a:spcBef>
        <a:buFontTx/>
        <a:buNone/>
        <a:defRPr sz="1200" kern="1200">
          <a:solidFill>
            <a:schemeClr val="tx1"/>
          </a:solidFill>
          <a:latin typeface="+mn-lt"/>
          <a:ea typeface="+mn-ea"/>
          <a:cs typeface="+mn-cs"/>
        </a:defRPr>
      </a:lvl1pPr>
      <a:lvl2pPr marL="4572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2pPr>
      <a:lvl3pPr marL="9144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3pPr>
      <a:lvl4pPr marL="13716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4pPr>
      <a:lvl5pPr marL="18288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lide Number Placeholder 2">
            <a:extLst>
              <a:ext uri="{FF2B5EF4-FFF2-40B4-BE49-F238E27FC236}">
                <a16:creationId xmlns:a16="http://schemas.microsoft.com/office/drawing/2014/main" id="{FD99A527-0A70-630C-C769-031DE1DD167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a:p>
        </p:txBody>
      </p:sp>
      <p:sp>
        <p:nvSpPr>
          <p:cNvPr id="15" name="Text Placeholder 14">
            <a:extLst>
              <a:ext uri="{FF2B5EF4-FFF2-40B4-BE49-F238E27FC236}">
                <a16:creationId xmlns:a16="http://schemas.microsoft.com/office/drawing/2014/main" id="{A966B57F-B3E2-C616-61D4-68061F98217D}"/>
              </a:ext>
            </a:extLst>
          </p:cNvPr>
          <p:cNvSpPr>
            <a:spLocks noGrp="1"/>
          </p:cNvSpPr>
          <p:nvPr>
            <p:ph type="body" idx="1"/>
          </p:nvPr>
        </p:nvSpPr>
        <p:spPr>
          <a:xfrm>
            <a:off x="838200" y="1825625"/>
            <a:ext cx="10515600" cy="4351338"/>
          </a:xfrm>
          <a:prstGeom prst="rect">
            <a:avLst/>
          </a:prstGeom>
        </p:spPr>
        <p:txBody>
          <a:bodyPr vert="horz" lIns="0" tIns="45720" rIns="0" bIns="45720" rtlCol="0">
            <a:normAutofit/>
          </a:bodyPr>
          <a:lstStyle/>
          <a:p>
            <a:pPr lvl="0"/>
            <a:r>
              <a:rPr lang="en-US"/>
              <a:t>Click to edit Master text styles</a:t>
            </a:r>
          </a:p>
        </p:txBody>
      </p:sp>
    </p:spTree>
    <p:extLst>
      <p:ext uri="{BB962C8B-B14F-4D97-AF65-F5344CB8AC3E}">
        <p14:creationId xmlns:p14="http://schemas.microsoft.com/office/powerpoint/2010/main" val="3044489037"/>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lnSpc>
          <a:spcPts val="1400"/>
        </a:lnSpc>
        <a:spcBef>
          <a:spcPts val="1000"/>
        </a:spcBef>
        <a:buFontTx/>
        <a:buNone/>
        <a:defRPr sz="1200" kern="1200">
          <a:solidFill>
            <a:schemeClr val="tx1"/>
          </a:solidFill>
          <a:latin typeface="+mn-lt"/>
          <a:ea typeface="+mn-ea"/>
          <a:cs typeface="+mn-cs"/>
        </a:defRPr>
      </a:lvl1pPr>
      <a:lvl2pPr marL="4572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2pPr>
      <a:lvl3pPr marL="9144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3pPr>
      <a:lvl4pPr marL="13716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4pPr>
      <a:lvl5pPr marL="18288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RSGInc/VE_Extras_MCCOG.git" TargetMode="External"/><Relationship Id="rId7" Type="http://schemas.openxmlformats.org/officeDocument/2006/relationships/hyperlink" Target="https://posit.co/download/rstudio-desktop/" TargetMode="External"/><Relationship Id="rId2" Type="http://schemas.openxmlformats.org/officeDocument/2006/relationships/hyperlink" Target="https://github.com/RSGInc/VisionEval-Dev.git" TargetMode="External"/><Relationship Id="rId1" Type="http://schemas.openxmlformats.org/officeDocument/2006/relationships/slideLayout" Target="../slideLayouts/slideLayout2.xml"/><Relationship Id="rId6" Type="http://schemas.openxmlformats.org/officeDocument/2006/relationships/hyperlink" Target="https://tortoisegit.org/" TargetMode="External"/><Relationship Id="rId5" Type="http://schemas.openxmlformats.org/officeDocument/2006/relationships/hyperlink" Target="https://desktop.github.com/" TargetMode="External"/><Relationship Id="rId4" Type="http://schemas.openxmlformats.org/officeDocument/2006/relationships/hyperlink" Target="https://gitforwindows.or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44E40A7-1AD5-2262-9226-A6775334F618}"/>
              </a:ext>
            </a:extLst>
          </p:cNvPr>
          <p:cNvSpPr>
            <a:spLocks noGrp="1"/>
          </p:cNvSpPr>
          <p:nvPr>
            <p:ph type="subTitle" idx="1"/>
          </p:nvPr>
        </p:nvSpPr>
        <p:spPr>
          <a:xfrm>
            <a:off x="838200" y="2971802"/>
            <a:ext cx="4122107" cy="1410643"/>
          </a:xfrm>
        </p:spPr>
        <p:txBody>
          <a:bodyPr/>
          <a:lstStyle/>
          <a:p>
            <a:r>
              <a:rPr lang="en-US" dirty="0">
                <a:solidFill>
                  <a:schemeClr val="tx1"/>
                </a:solidFill>
              </a:rPr>
              <a:t>Using the </a:t>
            </a:r>
            <a:r>
              <a:rPr lang="en-US" dirty="0" err="1">
                <a:solidFill>
                  <a:schemeClr val="tx1"/>
                </a:solidFill>
              </a:rPr>
              <a:t>VE_Extras_MCCOG</a:t>
            </a:r>
            <a:r>
              <a:rPr lang="en-US" dirty="0">
                <a:solidFill>
                  <a:schemeClr val="tx1"/>
                </a:solidFill>
              </a:rPr>
              <a:t> repository to install and use the </a:t>
            </a:r>
            <a:r>
              <a:rPr lang="en-US" dirty="0" err="1">
                <a:solidFill>
                  <a:schemeClr val="tx1"/>
                </a:solidFill>
              </a:rPr>
              <a:t>VisionEval</a:t>
            </a:r>
            <a:r>
              <a:rPr lang="en-US" dirty="0">
                <a:solidFill>
                  <a:schemeClr val="tx1"/>
                </a:solidFill>
              </a:rPr>
              <a:t> model for </a:t>
            </a:r>
            <a:r>
              <a:rPr lang="en-US" dirty="0" err="1">
                <a:solidFill>
                  <a:schemeClr val="tx1"/>
                </a:solidFill>
              </a:rPr>
              <a:t>MCCOG</a:t>
            </a:r>
            <a:endParaRPr lang="en-US" dirty="0">
              <a:solidFill>
                <a:schemeClr val="tx1"/>
              </a:solidFill>
              <a:cs typeface="Arial"/>
            </a:endParaRPr>
          </a:p>
          <a:p>
            <a:endParaRPr lang="en-US" dirty="0">
              <a:solidFill>
                <a:schemeClr val="tx1"/>
              </a:solidFill>
            </a:endParaRPr>
          </a:p>
          <a:p>
            <a:endParaRPr lang="en-US" dirty="0">
              <a:solidFill>
                <a:schemeClr val="tx1"/>
              </a:solidFill>
            </a:endParaRPr>
          </a:p>
        </p:txBody>
      </p:sp>
      <p:sp>
        <p:nvSpPr>
          <p:cNvPr id="3" name="Title 2">
            <a:extLst>
              <a:ext uri="{FF2B5EF4-FFF2-40B4-BE49-F238E27FC236}">
                <a16:creationId xmlns:a16="http://schemas.microsoft.com/office/drawing/2014/main" id="{9FB738CE-715F-A458-1A5D-7DDA640769C7}"/>
              </a:ext>
            </a:extLst>
          </p:cNvPr>
          <p:cNvSpPr>
            <a:spLocks noGrp="1"/>
          </p:cNvSpPr>
          <p:nvPr>
            <p:ph type="title"/>
          </p:nvPr>
        </p:nvSpPr>
        <p:spPr>
          <a:xfrm>
            <a:off x="838201" y="1496477"/>
            <a:ext cx="4365396" cy="1231106"/>
          </a:xfrm>
        </p:spPr>
        <p:txBody>
          <a:bodyPr/>
          <a:lstStyle/>
          <a:p>
            <a:r>
              <a:rPr lang="en-US" dirty="0" err="1">
                <a:solidFill>
                  <a:schemeClr val="tx1"/>
                </a:solidFill>
              </a:rPr>
              <a:t>MCCOG</a:t>
            </a:r>
            <a:r>
              <a:rPr lang="en-US" dirty="0">
                <a:solidFill>
                  <a:schemeClr val="tx1"/>
                </a:solidFill>
              </a:rPr>
              <a:t> VE Installation Guide</a:t>
            </a:r>
          </a:p>
        </p:txBody>
      </p:sp>
      <p:sp>
        <p:nvSpPr>
          <p:cNvPr id="4" name="Text Placeholder 3">
            <a:extLst>
              <a:ext uri="{FF2B5EF4-FFF2-40B4-BE49-F238E27FC236}">
                <a16:creationId xmlns:a16="http://schemas.microsoft.com/office/drawing/2014/main" id="{EE8A1E6C-D7DA-F5B6-4244-6FB6AD902801}"/>
              </a:ext>
            </a:extLst>
          </p:cNvPr>
          <p:cNvSpPr>
            <a:spLocks noGrp="1"/>
          </p:cNvSpPr>
          <p:nvPr>
            <p:ph type="body" sz="quarter" idx="10"/>
          </p:nvPr>
        </p:nvSpPr>
        <p:spPr>
          <a:xfrm>
            <a:off x="838200" y="4064657"/>
            <a:ext cx="2843212" cy="265493"/>
          </a:xfrm>
        </p:spPr>
        <p:txBody>
          <a:bodyPr vert="horz" lIns="0" tIns="45720" rIns="0" bIns="45720" rtlCol="0" anchor="t">
            <a:noAutofit/>
          </a:bodyPr>
          <a:lstStyle/>
          <a:p>
            <a:r>
              <a:rPr lang="en-US" sz="1400" b="1" dirty="0">
                <a:solidFill>
                  <a:schemeClr val="bg2"/>
                </a:solidFill>
              </a:rPr>
              <a:t>May 2026</a:t>
            </a:r>
          </a:p>
        </p:txBody>
      </p:sp>
    </p:spTree>
    <p:extLst>
      <p:ext uri="{BB962C8B-B14F-4D97-AF65-F5344CB8AC3E}">
        <p14:creationId xmlns:p14="http://schemas.microsoft.com/office/powerpoint/2010/main" val="1342543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2</a:t>
            </a:fld>
            <a:endParaRPr lang="en-US"/>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386254"/>
            <a:ext cx="10515600" cy="867930"/>
          </a:xfrm>
        </p:spPr>
        <p:txBody>
          <a:bodyPr/>
          <a:lstStyle/>
          <a:p>
            <a:r>
              <a:rPr lang="en-US" dirty="0">
                <a:solidFill>
                  <a:schemeClr val="bg2"/>
                </a:solidFill>
                <a:latin typeface="Arial"/>
                <a:cs typeface="Arial"/>
              </a:rPr>
              <a:t>Step 1: </a:t>
            </a:r>
            <a:r>
              <a:rPr lang="en-US" dirty="0">
                <a:latin typeface="Arial"/>
                <a:cs typeface="Arial"/>
              </a:rPr>
              <a:t>Clone the </a:t>
            </a:r>
            <a:r>
              <a:rPr lang="en-US" dirty="0" err="1">
                <a:latin typeface="Arial"/>
                <a:cs typeface="Arial"/>
              </a:rPr>
              <a:t>VisionEval</a:t>
            </a:r>
            <a:r>
              <a:rPr lang="en-US" dirty="0">
                <a:latin typeface="Arial"/>
                <a:cs typeface="Arial"/>
              </a:rPr>
              <a:t>-Dev and </a:t>
            </a:r>
            <a:r>
              <a:rPr lang="en-US" dirty="0" err="1">
                <a:latin typeface="Arial"/>
                <a:cs typeface="Arial"/>
              </a:rPr>
              <a:t>VE_Extras_MCCOG</a:t>
            </a:r>
            <a:r>
              <a:rPr lang="en-US" dirty="0">
                <a:latin typeface="Arial"/>
                <a:cs typeface="Arial"/>
              </a:rPr>
              <a:t> repositories</a:t>
            </a:r>
            <a:endParaRPr lang="en-US" dirty="0"/>
          </a:p>
        </p:txBody>
      </p:sp>
      <p:sp>
        <p:nvSpPr>
          <p:cNvPr id="4" name="Text Placeholder 3">
            <a:extLst>
              <a:ext uri="{FF2B5EF4-FFF2-40B4-BE49-F238E27FC236}">
                <a16:creationId xmlns:a16="http://schemas.microsoft.com/office/drawing/2014/main" id="{FCED4F34-6688-6D88-41CC-129BA3C90C9A}"/>
              </a:ext>
            </a:extLst>
          </p:cNvPr>
          <p:cNvSpPr>
            <a:spLocks noGrp="1"/>
          </p:cNvSpPr>
          <p:nvPr>
            <p:ph type="body" sz="quarter" idx="12"/>
          </p:nvPr>
        </p:nvSpPr>
        <p:spPr>
          <a:xfrm>
            <a:off x="838200" y="1600200"/>
            <a:ext cx="10515600" cy="2107244"/>
          </a:xfrm>
        </p:spPr>
        <p:txBody>
          <a:bodyPr/>
          <a:lstStyle/>
          <a:p>
            <a:r>
              <a:rPr lang="en-US" dirty="0"/>
              <a:t>1.1 </a:t>
            </a:r>
            <a:r>
              <a:rPr lang="en-US" b="0" dirty="0">
                <a:solidFill>
                  <a:srgbClr val="48484A"/>
                </a:solidFill>
              </a:rPr>
              <a:t>Use the </a:t>
            </a:r>
            <a:r>
              <a:rPr lang="en-US" b="0" dirty="0" err="1">
                <a:solidFill>
                  <a:srgbClr val="48484A"/>
                </a:solidFill>
              </a:rPr>
              <a:t>RSG</a:t>
            </a:r>
            <a:r>
              <a:rPr lang="en-US" b="0" dirty="0">
                <a:solidFill>
                  <a:srgbClr val="48484A"/>
                </a:solidFill>
              </a:rPr>
              <a:t> </a:t>
            </a:r>
            <a:r>
              <a:rPr lang="en-US" b="0" dirty="0" err="1">
                <a:solidFill>
                  <a:srgbClr val="48484A"/>
                </a:solidFill>
              </a:rPr>
              <a:t>Github</a:t>
            </a:r>
            <a:r>
              <a:rPr lang="en-US" b="0" dirty="0">
                <a:solidFill>
                  <a:srgbClr val="48484A"/>
                </a:solidFill>
              </a:rPr>
              <a:t> page to clone both the </a:t>
            </a:r>
            <a:r>
              <a:rPr lang="en-US" b="0" dirty="0" err="1">
                <a:solidFill>
                  <a:srgbClr val="48484A"/>
                </a:solidFill>
              </a:rPr>
              <a:t>VisionEval</a:t>
            </a:r>
            <a:r>
              <a:rPr lang="en-US" b="0" dirty="0">
                <a:solidFill>
                  <a:srgbClr val="48484A"/>
                </a:solidFill>
              </a:rPr>
              <a:t>-Dev and </a:t>
            </a:r>
            <a:r>
              <a:rPr lang="en-US" b="0" dirty="0" err="1">
                <a:solidFill>
                  <a:srgbClr val="48484A"/>
                </a:solidFill>
              </a:rPr>
              <a:t>VE_Extras_MCCOG</a:t>
            </a:r>
            <a:r>
              <a:rPr lang="en-US" b="0" dirty="0">
                <a:solidFill>
                  <a:srgbClr val="48484A"/>
                </a:solidFill>
              </a:rPr>
              <a:t> repositories using your Git-compatible software of choice.</a:t>
            </a:r>
          </a:p>
          <a:p>
            <a:pPr marL="285750" indent="-285750">
              <a:lnSpc>
                <a:spcPct val="110000"/>
              </a:lnSpc>
              <a:buFont typeface="Arial" panose="020B0604020202020204" pitchFamily="34" charset="0"/>
              <a:buChar char="•"/>
            </a:pPr>
            <a:r>
              <a:rPr lang="en-US" b="0" dirty="0" err="1">
                <a:solidFill>
                  <a:srgbClr val="48484A"/>
                </a:solidFill>
              </a:rPr>
              <a:t>VisionEval</a:t>
            </a:r>
            <a:r>
              <a:rPr lang="en-US" b="0" dirty="0">
                <a:solidFill>
                  <a:srgbClr val="48484A"/>
                </a:solidFill>
              </a:rPr>
              <a:t>-Dev link for cloning: </a:t>
            </a:r>
            <a:r>
              <a:rPr lang="en-US" b="0" dirty="0">
                <a:solidFill>
                  <a:srgbClr val="48484A"/>
                </a:solidFill>
                <a:hlinkClick r:id="rId2">
                  <a:extLst>
                    <a:ext uri="{A12FA001-AC4F-418D-AE19-62706E023703}">
                      <ahyp:hlinkClr xmlns:ahyp="http://schemas.microsoft.com/office/drawing/2018/hyperlinkcolor" val="tx"/>
                    </a:ext>
                  </a:extLst>
                </a:hlinkClick>
              </a:rPr>
              <a:t>https://github.com/RSGInc/VisionEval-Dev.git</a:t>
            </a:r>
            <a:r>
              <a:rPr lang="en-US" b="0" dirty="0">
                <a:solidFill>
                  <a:srgbClr val="48484A"/>
                </a:solidFill>
              </a:rPr>
              <a:t> </a:t>
            </a:r>
          </a:p>
          <a:p>
            <a:pPr marL="285750" indent="-285750">
              <a:buFont typeface="Arial" panose="020B0604020202020204" pitchFamily="34" charset="0"/>
              <a:buChar char="•"/>
            </a:pPr>
            <a:r>
              <a:rPr lang="en-US" b="0" dirty="0" err="1">
                <a:solidFill>
                  <a:srgbClr val="48484A"/>
                </a:solidFill>
              </a:rPr>
              <a:t>VE_Extras_MCCOG</a:t>
            </a:r>
            <a:r>
              <a:rPr lang="en-US" b="0" dirty="0">
                <a:solidFill>
                  <a:srgbClr val="48484A"/>
                </a:solidFill>
              </a:rPr>
              <a:t> link for cloning: </a:t>
            </a:r>
            <a:r>
              <a:rPr lang="en-US" b="0" dirty="0">
                <a:solidFill>
                  <a:srgbClr val="48484A"/>
                </a:solidFill>
                <a:hlinkClick r:id="rId3"/>
              </a:rPr>
              <a:t>https://github.com/RSGInc/VE_Extras_MCCOG.git</a:t>
            </a:r>
            <a:r>
              <a:rPr lang="en-US" b="0" dirty="0">
                <a:solidFill>
                  <a:srgbClr val="48484A"/>
                </a:solidFill>
              </a:rPr>
              <a:t> </a:t>
            </a:r>
          </a:p>
          <a:p>
            <a:endParaRPr lang="en-US" b="0" dirty="0">
              <a:solidFill>
                <a:srgbClr val="48484A"/>
              </a:solidFill>
            </a:endParaRPr>
          </a:p>
          <a:p>
            <a:endParaRPr lang="en-US" dirty="0"/>
          </a:p>
        </p:txBody>
      </p:sp>
      <p:sp>
        <p:nvSpPr>
          <p:cNvPr id="7" name="Rectangle: Rounded Corners 6">
            <a:extLst>
              <a:ext uri="{FF2B5EF4-FFF2-40B4-BE49-F238E27FC236}">
                <a16:creationId xmlns:a16="http://schemas.microsoft.com/office/drawing/2014/main" id="{5EFF6B5F-40E4-A16F-43CC-EEE382BD4F0C}"/>
              </a:ext>
            </a:extLst>
          </p:cNvPr>
          <p:cNvSpPr/>
          <p:nvPr/>
        </p:nvSpPr>
        <p:spPr>
          <a:xfrm>
            <a:off x="3919537" y="3419476"/>
            <a:ext cx="4352925" cy="2171700"/>
          </a:xfrm>
          <a:prstGeom prst="roundRect">
            <a:avLst/>
          </a:prstGeom>
          <a:solidFill>
            <a:schemeClr val="bg1">
              <a:lumMod val="95000"/>
            </a:schemeClr>
          </a:solid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tx1"/>
                </a:solidFill>
                <a:cs typeface="Arial"/>
              </a:rPr>
              <a:t>Software options:</a:t>
            </a:r>
          </a:p>
          <a:p>
            <a:pPr marL="285750" indent="-285750">
              <a:buFont typeface="Arial" panose="020B0604020202020204" pitchFamily="34" charset="0"/>
              <a:buChar char="•"/>
            </a:pPr>
            <a:r>
              <a:rPr lang="en-US" sz="1400" err="1">
                <a:solidFill>
                  <a:schemeClr val="tx1"/>
                </a:solidFill>
                <a:cs typeface="Arial"/>
              </a:rPr>
              <a:t>Gitbash</a:t>
            </a:r>
            <a:r>
              <a:rPr lang="en-US" sz="1400">
                <a:solidFill>
                  <a:schemeClr val="tx1"/>
                </a:solidFill>
                <a:cs typeface="Arial"/>
              </a:rPr>
              <a:t>: </a:t>
            </a:r>
            <a:r>
              <a:rPr lang="en-US" sz="1400">
                <a:solidFill>
                  <a:schemeClr val="tx1"/>
                </a:solidFill>
                <a:cs typeface="Arial"/>
                <a:hlinkClick r:id="rId4">
                  <a:extLst>
                    <a:ext uri="{A12FA001-AC4F-418D-AE19-62706E023703}">
                      <ahyp:hlinkClr xmlns:ahyp="http://schemas.microsoft.com/office/drawing/2018/hyperlinkcolor" val="tx"/>
                    </a:ext>
                  </a:extLst>
                </a:hlinkClick>
              </a:rPr>
              <a:t>https://gitforwindows.org/</a:t>
            </a:r>
            <a:r>
              <a:rPr lang="en-US" sz="1400">
                <a:solidFill>
                  <a:schemeClr val="tx1"/>
                </a:solidFill>
                <a:cs typeface="Arial"/>
              </a:rPr>
              <a:t> </a:t>
            </a:r>
          </a:p>
          <a:p>
            <a:pPr marL="285750" indent="-285750">
              <a:buFont typeface="Arial" panose="020B0604020202020204" pitchFamily="34" charset="0"/>
              <a:buChar char="•"/>
            </a:pPr>
            <a:r>
              <a:rPr lang="en-US" sz="1400" err="1">
                <a:solidFill>
                  <a:schemeClr val="tx1"/>
                </a:solidFill>
                <a:cs typeface="Arial"/>
              </a:rPr>
              <a:t>Github</a:t>
            </a:r>
            <a:r>
              <a:rPr lang="en-US" sz="1400">
                <a:solidFill>
                  <a:schemeClr val="tx1"/>
                </a:solidFill>
                <a:cs typeface="Arial"/>
              </a:rPr>
              <a:t> Desktop: </a:t>
            </a:r>
            <a:r>
              <a:rPr lang="en-US" sz="1400">
                <a:solidFill>
                  <a:schemeClr val="tx1"/>
                </a:solidFill>
                <a:cs typeface="Arial"/>
                <a:hlinkClick r:id="rId5">
                  <a:extLst>
                    <a:ext uri="{A12FA001-AC4F-418D-AE19-62706E023703}">
                      <ahyp:hlinkClr xmlns:ahyp="http://schemas.microsoft.com/office/drawing/2018/hyperlinkcolor" val="tx"/>
                    </a:ext>
                  </a:extLst>
                </a:hlinkClick>
              </a:rPr>
              <a:t>https://desktop.github.com/</a:t>
            </a:r>
            <a:r>
              <a:rPr lang="en-US" sz="1400">
                <a:solidFill>
                  <a:schemeClr val="tx1"/>
                </a:solidFill>
                <a:cs typeface="Arial"/>
              </a:rPr>
              <a:t> </a:t>
            </a:r>
          </a:p>
          <a:p>
            <a:pPr marL="285750" indent="-285750">
              <a:buFont typeface="Arial" panose="020B0604020202020204" pitchFamily="34" charset="0"/>
              <a:buChar char="•"/>
            </a:pPr>
            <a:r>
              <a:rPr lang="en-US" sz="1400">
                <a:solidFill>
                  <a:schemeClr val="tx1"/>
                </a:solidFill>
              </a:rPr>
              <a:t>Tortoise Git: </a:t>
            </a:r>
            <a:r>
              <a:rPr lang="en-US" sz="1400">
                <a:solidFill>
                  <a:schemeClr val="tx1"/>
                </a:solidFill>
                <a:hlinkClick r:id="rId6">
                  <a:extLst>
                    <a:ext uri="{A12FA001-AC4F-418D-AE19-62706E023703}">
                      <ahyp:hlinkClr xmlns:ahyp="http://schemas.microsoft.com/office/drawing/2018/hyperlinkcolor" val="tx"/>
                    </a:ext>
                  </a:extLst>
                </a:hlinkClick>
              </a:rPr>
              <a:t>https://tortoisegit.org/</a:t>
            </a:r>
            <a:r>
              <a:rPr lang="en-US" sz="1400">
                <a:solidFill>
                  <a:schemeClr val="tx1"/>
                </a:solidFill>
              </a:rPr>
              <a:t> </a:t>
            </a:r>
          </a:p>
          <a:p>
            <a:pPr marL="182880" lvl="1" indent="0">
              <a:buNone/>
            </a:pPr>
            <a:endParaRPr lang="en-US" sz="1400" b="1">
              <a:solidFill>
                <a:schemeClr val="tx1"/>
              </a:solidFill>
              <a:cs typeface="Arial"/>
            </a:endParaRPr>
          </a:p>
          <a:p>
            <a:r>
              <a:rPr lang="en-US" sz="1400" b="1">
                <a:solidFill>
                  <a:schemeClr val="tx1"/>
                </a:solidFill>
                <a:cs typeface="Arial"/>
              </a:rPr>
              <a:t>Preferred R IDE:</a:t>
            </a:r>
          </a:p>
          <a:p>
            <a:pPr marL="285750" indent="-285750">
              <a:buFont typeface="Arial" panose="020B0604020202020204" pitchFamily="34" charset="0"/>
              <a:buChar char="•"/>
            </a:pPr>
            <a:r>
              <a:rPr lang="en-US" sz="1400">
                <a:solidFill>
                  <a:schemeClr val="tx1"/>
                </a:solidFill>
                <a:cs typeface="Arial"/>
              </a:rPr>
              <a:t>RStudio: </a:t>
            </a:r>
            <a:r>
              <a:rPr lang="en-US" sz="1400">
                <a:solidFill>
                  <a:schemeClr val="tx1"/>
                </a:solidFill>
                <a:cs typeface="Arial"/>
                <a:hlinkClick r:id="rId7">
                  <a:extLst>
                    <a:ext uri="{A12FA001-AC4F-418D-AE19-62706E023703}">
                      <ahyp:hlinkClr xmlns:ahyp="http://schemas.microsoft.com/office/drawing/2018/hyperlinkcolor" val="tx"/>
                    </a:ext>
                  </a:extLst>
                </a:hlinkClick>
              </a:rPr>
              <a:t>https://posit.co/download/rstudio-desktop/</a:t>
            </a:r>
            <a:r>
              <a:rPr lang="en-US" sz="1400">
                <a:solidFill>
                  <a:schemeClr val="tx1"/>
                </a:solidFill>
                <a:cs typeface="Arial"/>
              </a:rPr>
              <a:t> </a:t>
            </a:r>
            <a:endParaRPr lang="en-US">
              <a:solidFill>
                <a:schemeClr val="tx1"/>
              </a:solidFill>
            </a:endParaRPr>
          </a:p>
        </p:txBody>
      </p:sp>
    </p:spTree>
    <p:extLst>
      <p:ext uri="{BB962C8B-B14F-4D97-AF65-F5344CB8AC3E}">
        <p14:creationId xmlns:p14="http://schemas.microsoft.com/office/powerpoint/2010/main" val="3777891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3</a:t>
            </a:fld>
            <a:endParaRPr lang="en-US"/>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0" y="436040"/>
            <a:ext cx="10515600" cy="480131"/>
          </a:xfrm>
        </p:spPr>
        <p:txBody>
          <a:bodyPr/>
          <a:lstStyle/>
          <a:p>
            <a:r>
              <a:rPr lang="en-US">
                <a:solidFill>
                  <a:schemeClr val="bg2"/>
                </a:solidFill>
              </a:rPr>
              <a:t>Step 2: </a:t>
            </a:r>
            <a:r>
              <a:rPr lang="en-US"/>
              <a:t>Build the </a:t>
            </a:r>
            <a:r>
              <a:rPr lang="en-US" err="1"/>
              <a:t>VisionEval</a:t>
            </a:r>
            <a:r>
              <a:rPr lang="en-US"/>
              <a:t> model</a:t>
            </a:r>
          </a:p>
        </p:txBody>
      </p:sp>
      <p:sp>
        <p:nvSpPr>
          <p:cNvPr id="4" name="Text Placeholder 3">
            <a:extLst>
              <a:ext uri="{FF2B5EF4-FFF2-40B4-BE49-F238E27FC236}">
                <a16:creationId xmlns:a16="http://schemas.microsoft.com/office/drawing/2014/main" id="{FCED4F34-6688-6D88-41CC-129BA3C90C9A}"/>
              </a:ext>
            </a:extLst>
          </p:cNvPr>
          <p:cNvSpPr>
            <a:spLocks noGrp="1"/>
          </p:cNvSpPr>
          <p:nvPr>
            <p:ph type="body" sz="quarter" idx="12"/>
          </p:nvPr>
        </p:nvSpPr>
        <p:spPr>
          <a:xfrm>
            <a:off x="894832" y="1143174"/>
            <a:ext cx="5828031" cy="866904"/>
          </a:xfrm>
        </p:spPr>
        <p:txBody>
          <a:bodyPr vert="horz" wrap="square" lIns="0" tIns="45720" rIns="0" bIns="45720" rtlCol="0" anchor="t">
            <a:spAutoFit/>
          </a:bodyPr>
          <a:lstStyle/>
          <a:p>
            <a:r>
              <a:rPr lang="en-US" sz="1400">
                <a:latin typeface="Arial"/>
                <a:cs typeface="Arial"/>
              </a:rPr>
              <a:t>2.1 </a:t>
            </a:r>
            <a:r>
              <a:rPr lang="en-US" sz="1400" b="0">
                <a:solidFill>
                  <a:srgbClr val="48484A"/>
                </a:solidFill>
                <a:latin typeface="Arial"/>
                <a:cs typeface="Arial"/>
              </a:rPr>
              <a:t>Open the VisionEval-Dev folder on your local machine and open the VisionEval-Dev R project</a:t>
            </a:r>
          </a:p>
          <a:p>
            <a:endParaRPr lang="en-US" sz="1400"/>
          </a:p>
        </p:txBody>
      </p:sp>
      <p:sp>
        <p:nvSpPr>
          <p:cNvPr id="5" name="Text Placeholder 4">
            <a:extLst>
              <a:ext uri="{FF2B5EF4-FFF2-40B4-BE49-F238E27FC236}">
                <a16:creationId xmlns:a16="http://schemas.microsoft.com/office/drawing/2014/main" id="{B04D2D6C-6404-D953-DB40-B9778414A002}"/>
              </a:ext>
            </a:extLst>
          </p:cNvPr>
          <p:cNvSpPr>
            <a:spLocks noGrp="1"/>
          </p:cNvSpPr>
          <p:nvPr>
            <p:ph type="body" sz="quarter" idx="13"/>
          </p:nvPr>
        </p:nvSpPr>
        <p:spPr>
          <a:xfrm>
            <a:off x="981987" y="4683007"/>
            <a:ext cx="5492473" cy="1181914"/>
          </a:xfrm>
        </p:spPr>
        <p:txBody>
          <a:bodyPr vert="horz" lIns="0" tIns="45720" rIns="0" bIns="45720" rtlCol="0" anchor="t">
            <a:noAutofit/>
          </a:bodyPr>
          <a:lstStyle/>
          <a:p>
            <a:pPr marL="0" indent="0">
              <a:buNone/>
            </a:pPr>
            <a:r>
              <a:rPr lang="en-US" sz="1400" b="1">
                <a:solidFill>
                  <a:schemeClr val="bg2"/>
                </a:solidFill>
                <a:latin typeface="Arial"/>
                <a:cs typeface="Arial"/>
              </a:rPr>
              <a:t>2.2 </a:t>
            </a:r>
            <a:r>
              <a:rPr lang="en-US" sz="1400">
                <a:latin typeface="Arial"/>
                <a:cs typeface="Arial"/>
              </a:rPr>
              <a:t>Build the model by entering “</a:t>
            </a:r>
            <a:r>
              <a:rPr lang="en-US" sz="1400" err="1">
                <a:latin typeface="Arial"/>
                <a:cs typeface="Arial"/>
              </a:rPr>
              <a:t>ve.build</a:t>
            </a:r>
            <a:r>
              <a:rPr lang="en-US" sz="1400">
                <a:latin typeface="Arial"/>
                <a:cs typeface="Arial"/>
              </a:rPr>
              <a:t>()”. Depending on the speed of the machine, this will likely take several hours. “Build complete” will appear at the end. The command creates three new folders. The model directory is created under </a:t>
            </a:r>
            <a:r>
              <a:rPr lang="en-US" sz="1400" b="1">
                <a:latin typeface="Arial"/>
                <a:cs typeface="Arial"/>
              </a:rPr>
              <a:t>built/</a:t>
            </a:r>
            <a:r>
              <a:rPr lang="en-US" sz="1400" b="1" err="1">
                <a:latin typeface="Arial"/>
                <a:cs typeface="Arial"/>
              </a:rPr>
              <a:t>visioneval</a:t>
            </a:r>
            <a:r>
              <a:rPr lang="en-US" sz="1400" b="1">
                <a:latin typeface="Arial"/>
                <a:cs typeface="Arial"/>
              </a:rPr>
              <a:t>/{</a:t>
            </a:r>
            <a:r>
              <a:rPr lang="en-US" sz="1400" b="1" err="1">
                <a:latin typeface="Arial"/>
                <a:cs typeface="Arial"/>
              </a:rPr>
              <a:t>Rversion</a:t>
            </a:r>
            <a:r>
              <a:rPr lang="en-US" sz="1400" b="1">
                <a:latin typeface="Arial"/>
                <a:cs typeface="Arial"/>
              </a:rPr>
              <a:t>}</a:t>
            </a:r>
            <a:endParaRPr lang="en-US" sz="1400" b="1">
              <a:solidFill>
                <a:schemeClr val="bg2"/>
              </a:solidFill>
            </a:endParaRPr>
          </a:p>
          <a:p>
            <a:pPr marL="0" indent="0">
              <a:lnSpc>
                <a:spcPct val="110000"/>
              </a:lnSpc>
              <a:buNone/>
            </a:pPr>
            <a:endParaRPr lang="en-US" sz="1400"/>
          </a:p>
          <a:p>
            <a:pPr marL="0" indent="0">
              <a:lnSpc>
                <a:spcPct val="110000"/>
              </a:lnSpc>
              <a:buNone/>
            </a:pPr>
            <a:endParaRPr lang="en-US" sz="1400"/>
          </a:p>
          <a:p>
            <a:pPr marL="0" indent="0">
              <a:lnSpc>
                <a:spcPct val="110000"/>
              </a:lnSpc>
              <a:buNone/>
            </a:pPr>
            <a:endParaRPr lang="en-US" sz="1400"/>
          </a:p>
          <a:p>
            <a:pPr marL="0" indent="0">
              <a:buNone/>
            </a:pPr>
            <a:endParaRPr lang="en-US" sz="1400"/>
          </a:p>
        </p:txBody>
      </p:sp>
      <p:grpSp>
        <p:nvGrpSpPr>
          <p:cNvPr id="20" name="Group 19">
            <a:extLst>
              <a:ext uri="{FF2B5EF4-FFF2-40B4-BE49-F238E27FC236}">
                <a16:creationId xmlns:a16="http://schemas.microsoft.com/office/drawing/2014/main" id="{E6F15489-CDB1-2AB0-302A-78089355AD5F}"/>
              </a:ext>
            </a:extLst>
          </p:cNvPr>
          <p:cNvGrpSpPr/>
          <p:nvPr/>
        </p:nvGrpSpPr>
        <p:grpSpPr>
          <a:xfrm>
            <a:off x="1536699" y="1883706"/>
            <a:ext cx="3079471" cy="2410542"/>
            <a:chOff x="1229683" y="1877686"/>
            <a:chExt cx="3373312" cy="2757229"/>
          </a:xfrm>
        </p:grpSpPr>
        <p:pic>
          <p:nvPicPr>
            <p:cNvPr id="9" name="Picture 8">
              <a:extLst>
                <a:ext uri="{FF2B5EF4-FFF2-40B4-BE49-F238E27FC236}">
                  <a16:creationId xmlns:a16="http://schemas.microsoft.com/office/drawing/2014/main" id="{21FC57FB-9FBD-4FE9-0B73-4872C6FD5CE8}"/>
                </a:ext>
              </a:extLst>
            </p:cNvPr>
            <p:cNvPicPr>
              <a:picLocks noChangeAspect="1"/>
            </p:cNvPicPr>
            <p:nvPr/>
          </p:nvPicPr>
          <p:blipFill>
            <a:blip r:embed="rId2"/>
            <a:stretch>
              <a:fillRect/>
            </a:stretch>
          </p:blipFill>
          <p:spPr>
            <a:xfrm>
              <a:off x="1229683" y="1877686"/>
              <a:ext cx="3373312" cy="2757229"/>
            </a:xfrm>
            <a:prstGeom prst="rect">
              <a:avLst/>
            </a:prstGeom>
            <a:ln>
              <a:solidFill>
                <a:schemeClr val="tx1"/>
              </a:solidFill>
            </a:ln>
          </p:spPr>
        </p:pic>
        <p:sp>
          <p:nvSpPr>
            <p:cNvPr id="11" name="Rectangle 10">
              <a:extLst>
                <a:ext uri="{FF2B5EF4-FFF2-40B4-BE49-F238E27FC236}">
                  <a16:creationId xmlns:a16="http://schemas.microsoft.com/office/drawing/2014/main" id="{281C9F7D-86D7-5AE9-60EF-4C654769B62E}"/>
                </a:ext>
              </a:extLst>
            </p:cNvPr>
            <p:cNvSpPr/>
            <p:nvPr/>
          </p:nvSpPr>
          <p:spPr>
            <a:xfrm>
              <a:off x="1229683" y="4352925"/>
              <a:ext cx="3373312" cy="23466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Rounded Corners 11">
            <a:extLst>
              <a:ext uri="{FF2B5EF4-FFF2-40B4-BE49-F238E27FC236}">
                <a16:creationId xmlns:a16="http://schemas.microsoft.com/office/drawing/2014/main" id="{364BBD94-0CB4-C037-9313-BEC1653D4F9F}"/>
              </a:ext>
            </a:extLst>
          </p:cNvPr>
          <p:cNvSpPr/>
          <p:nvPr/>
        </p:nvSpPr>
        <p:spPr>
          <a:xfrm>
            <a:off x="7158868" y="1488459"/>
            <a:ext cx="3648694" cy="2494251"/>
          </a:xfrm>
          <a:prstGeom prst="roundRect">
            <a:avLst/>
          </a:prstGeom>
          <a:solidFill>
            <a:schemeClr val="bg1">
              <a:lumMod val="95000"/>
            </a:schemeClr>
          </a:solid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tx1"/>
                </a:solidFill>
                <a:cs typeface="Arial"/>
              </a:rPr>
              <a:t>Note</a:t>
            </a:r>
            <a:r>
              <a:rPr lang="en-US" sz="1400">
                <a:solidFill>
                  <a:schemeClr val="tx1"/>
                </a:solidFill>
                <a:cs typeface="Arial"/>
              </a:rPr>
              <a:t> that the model is created under a folder named after the R version used when running </a:t>
            </a:r>
            <a:r>
              <a:rPr lang="en-US" sz="1400" err="1">
                <a:solidFill>
                  <a:schemeClr val="tx1"/>
                </a:solidFill>
                <a:cs typeface="Arial"/>
              </a:rPr>
              <a:t>ve.build</a:t>
            </a:r>
            <a:r>
              <a:rPr lang="en-US" sz="1400">
                <a:solidFill>
                  <a:schemeClr val="tx1"/>
                </a:solidFill>
                <a:cs typeface="Arial"/>
              </a:rPr>
              <a:t>(), e.g. built/</a:t>
            </a:r>
            <a:r>
              <a:rPr lang="en-US" sz="1400" err="1">
                <a:solidFill>
                  <a:schemeClr val="tx1"/>
                </a:solidFill>
                <a:cs typeface="Arial"/>
              </a:rPr>
              <a:t>visioneval</a:t>
            </a:r>
            <a:r>
              <a:rPr lang="en-US" sz="1400">
                <a:solidFill>
                  <a:schemeClr val="tx1"/>
                </a:solidFill>
                <a:cs typeface="Arial"/>
              </a:rPr>
              <a:t>/4.3.3. When running the model, the same R version must be used. If using a different R version (e.g. 4.3.1), first the model must be built under that version and the model saved in built/</a:t>
            </a:r>
            <a:r>
              <a:rPr lang="en-US" sz="1400" err="1">
                <a:solidFill>
                  <a:schemeClr val="tx1"/>
                </a:solidFill>
                <a:cs typeface="Arial"/>
              </a:rPr>
              <a:t>visoneval</a:t>
            </a:r>
            <a:r>
              <a:rPr lang="en-US" sz="1400">
                <a:solidFill>
                  <a:schemeClr val="tx1"/>
                </a:solidFill>
                <a:cs typeface="Arial"/>
              </a:rPr>
              <a:t>/4.3.1 must be used to run the model.</a:t>
            </a:r>
          </a:p>
        </p:txBody>
      </p:sp>
      <p:pic>
        <p:nvPicPr>
          <p:cNvPr id="10" name="Picture 9">
            <a:extLst>
              <a:ext uri="{FF2B5EF4-FFF2-40B4-BE49-F238E27FC236}">
                <a16:creationId xmlns:a16="http://schemas.microsoft.com/office/drawing/2014/main" id="{8C3D060A-D294-3736-A947-E9E3CA833546}"/>
              </a:ext>
            </a:extLst>
          </p:cNvPr>
          <p:cNvPicPr>
            <a:picLocks noChangeAspect="1"/>
          </p:cNvPicPr>
          <p:nvPr/>
        </p:nvPicPr>
        <p:blipFill>
          <a:blip r:embed="rId3"/>
          <a:srcRect r="65043"/>
          <a:stretch>
            <a:fillRect/>
          </a:stretch>
        </p:blipFill>
        <p:spPr>
          <a:xfrm>
            <a:off x="5232819" y="6021270"/>
            <a:ext cx="942300" cy="628650"/>
          </a:xfrm>
          <a:prstGeom prst="rect">
            <a:avLst/>
          </a:prstGeom>
          <a:ln>
            <a:solidFill>
              <a:schemeClr val="tx1"/>
            </a:solidFill>
          </a:ln>
        </p:spPr>
      </p:pic>
      <p:pic>
        <p:nvPicPr>
          <p:cNvPr id="14" name="Picture 13">
            <a:extLst>
              <a:ext uri="{FF2B5EF4-FFF2-40B4-BE49-F238E27FC236}">
                <a16:creationId xmlns:a16="http://schemas.microsoft.com/office/drawing/2014/main" id="{6F2AF351-7709-D9E9-515C-1B486FC0585C}"/>
              </a:ext>
            </a:extLst>
          </p:cNvPr>
          <p:cNvPicPr>
            <a:picLocks noChangeAspect="1"/>
          </p:cNvPicPr>
          <p:nvPr/>
        </p:nvPicPr>
        <p:blipFill>
          <a:blip r:embed="rId4"/>
          <a:stretch>
            <a:fillRect/>
          </a:stretch>
        </p:blipFill>
        <p:spPr>
          <a:xfrm>
            <a:off x="8207237" y="4544895"/>
            <a:ext cx="2600325" cy="2105025"/>
          </a:xfrm>
          <a:prstGeom prst="rect">
            <a:avLst/>
          </a:prstGeom>
          <a:ln>
            <a:solidFill>
              <a:schemeClr val="tx1"/>
            </a:solidFill>
          </a:ln>
        </p:spPr>
      </p:pic>
      <p:sp>
        <p:nvSpPr>
          <p:cNvPr id="15" name="TextBox 14">
            <a:extLst>
              <a:ext uri="{FF2B5EF4-FFF2-40B4-BE49-F238E27FC236}">
                <a16:creationId xmlns:a16="http://schemas.microsoft.com/office/drawing/2014/main" id="{BFD8259B-1C5C-6ED8-9889-16526623C100}"/>
              </a:ext>
            </a:extLst>
          </p:cNvPr>
          <p:cNvSpPr txBox="1"/>
          <p:nvPr/>
        </p:nvSpPr>
        <p:spPr>
          <a:xfrm>
            <a:off x="3721519" y="6438375"/>
            <a:ext cx="1511300" cy="276999"/>
          </a:xfrm>
          <a:prstGeom prst="rect">
            <a:avLst/>
          </a:prstGeom>
          <a:noFill/>
        </p:spPr>
        <p:txBody>
          <a:bodyPr wrap="square" rtlCol="0">
            <a:spAutoFit/>
          </a:bodyPr>
          <a:lstStyle/>
          <a:p>
            <a:pPr algn="r"/>
            <a:r>
              <a:rPr lang="en-US" sz="1200" dirty="0"/>
              <a:t>Created folders -&gt;</a:t>
            </a:r>
          </a:p>
        </p:txBody>
      </p:sp>
      <p:sp>
        <p:nvSpPr>
          <p:cNvPr id="16" name="TextBox 15">
            <a:extLst>
              <a:ext uri="{FF2B5EF4-FFF2-40B4-BE49-F238E27FC236}">
                <a16:creationId xmlns:a16="http://schemas.microsoft.com/office/drawing/2014/main" id="{36B57161-2BCE-8095-C76F-C0BEC1BD720F}"/>
              </a:ext>
            </a:extLst>
          </p:cNvPr>
          <p:cNvSpPr txBox="1"/>
          <p:nvPr/>
        </p:nvSpPr>
        <p:spPr>
          <a:xfrm>
            <a:off x="6722863" y="6405648"/>
            <a:ext cx="1511300" cy="276999"/>
          </a:xfrm>
          <a:prstGeom prst="rect">
            <a:avLst/>
          </a:prstGeom>
          <a:noFill/>
        </p:spPr>
        <p:txBody>
          <a:bodyPr wrap="square" rtlCol="0">
            <a:spAutoFit/>
          </a:bodyPr>
          <a:lstStyle/>
          <a:p>
            <a:pPr algn="r"/>
            <a:r>
              <a:rPr lang="en-US" sz="1200"/>
              <a:t>Model directory -&gt;</a:t>
            </a:r>
          </a:p>
        </p:txBody>
      </p:sp>
      <p:sp>
        <p:nvSpPr>
          <p:cNvPr id="17" name="Rectangle 16">
            <a:extLst>
              <a:ext uri="{FF2B5EF4-FFF2-40B4-BE49-F238E27FC236}">
                <a16:creationId xmlns:a16="http://schemas.microsoft.com/office/drawing/2014/main" id="{A2600F0A-63BE-197D-EA3B-9B5C3BBC8A85}"/>
              </a:ext>
            </a:extLst>
          </p:cNvPr>
          <p:cNvSpPr/>
          <p:nvPr/>
        </p:nvSpPr>
        <p:spPr>
          <a:xfrm>
            <a:off x="8207236" y="4544895"/>
            <a:ext cx="1511299" cy="276999"/>
          </a:xfrm>
          <a:prstGeom prst="rect">
            <a:avLst/>
          </a:prstGeom>
          <a:solidFill>
            <a:srgbClr val="FFFF00">
              <a:alpha val="25000"/>
            </a:srgb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77221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F2A5B-9C6E-F4C0-96E1-87317206CA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8C8804-1664-B21C-3803-C5E79DE2BAC1}"/>
              </a:ext>
            </a:extLst>
          </p:cNvPr>
          <p:cNvSpPr>
            <a:spLocks noGrp="1"/>
          </p:cNvSpPr>
          <p:nvPr>
            <p:ph type="title"/>
          </p:nvPr>
        </p:nvSpPr>
        <p:spPr>
          <a:xfrm>
            <a:off x="838200" y="436040"/>
            <a:ext cx="10515600" cy="480131"/>
          </a:xfrm>
        </p:spPr>
        <p:txBody>
          <a:bodyPr/>
          <a:lstStyle/>
          <a:p>
            <a:r>
              <a:rPr lang="en-US">
                <a:solidFill>
                  <a:schemeClr val="bg2"/>
                </a:solidFill>
              </a:rPr>
              <a:t>Step 2: </a:t>
            </a:r>
            <a:r>
              <a:rPr lang="en-US"/>
              <a:t>Build the </a:t>
            </a:r>
            <a:r>
              <a:rPr lang="en-US" err="1"/>
              <a:t>VisionEval</a:t>
            </a:r>
            <a:r>
              <a:rPr lang="en-US"/>
              <a:t> model</a:t>
            </a:r>
          </a:p>
        </p:txBody>
      </p:sp>
      <p:sp>
        <p:nvSpPr>
          <p:cNvPr id="12" name="Rectangle: Rounded Corners 11">
            <a:extLst>
              <a:ext uri="{FF2B5EF4-FFF2-40B4-BE49-F238E27FC236}">
                <a16:creationId xmlns:a16="http://schemas.microsoft.com/office/drawing/2014/main" id="{4F19155B-12AA-3044-58B2-C4C342F4260D}"/>
              </a:ext>
            </a:extLst>
          </p:cNvPr>
          <p:cNvSpPr/>
          <p:nvPr/>
        </p:nvSpPr>
        <p:spPr>
          <a:xfrm>
            <a:off x="838200" y="1313716"/>
            <a:ext cx="7730765" cy="3536579"/>
          </a:xfrm>
          <a:prstGeom prst="roundRect">
            <a:avLst/>
          </a:prstGeom>
          <a:solidFill>
            <a:schemeClr val="bg1">
              <a:lumMod val="95000"/>
            </a:schemeClr>
          </a:solid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err="1">
                <a:solidFill>
                  <a:schemeClr val="tx1"/>
                </a:solidFill>
                <a:cs typeface="Arial"/>
              </a:rPr>
              <a:t>MCCOG</a:t>
            </a:r>
            <a:r>
              <a:rPr lang="en-US" sz="1400" b="1" dirty="0">
                <a:solidFill>
                  <a:schemeClr val="tx1"/>
                </a:solidFill>
                <a:cs typeface="Arial"/>
              </a:rPr>
              <a:t> VE Extras</a:t>
            </a:r>
          </a:p>
          <a:p>
            <a:pPr marL="285750" indent="-285750">
              <a:buFont typeface="Arial" panose="020B0604020202020204" pitchFamily="34" charset="0"/>
              <a:buChar char="•"/>
            </a:pPr>
            <a:r>
              <a:rPr lang="en-US" sz="1400" dirty="0">
                <a:solidFill>
                  <a:schemeClr val="tx1"/>
                </a:solidFill>
                <a:cs typeface="Arial"/>
              </a:rPr>
              <a:t>This Repo stores specific </a:t>
            </a:r>
            <a:r>
              <a:rPr lang="en-US" sz="1400" dirty="0" err="1">
                <a:solidFill>
                  <a:schemeClr val="tx1"/>
                </a:solidFill>
                <a:cs typeface="Arial"/>
              </a:rPr>
              <a:t>VisionEval</a:t>
            </a:r>
            <a:r>
              <a:rPr lang="en-US" sz="1400" dirty="0">
                <a:solidFill>
                  <a:schemeClr val="tx1"/>
                </a:solidFill>
                <a:cs typeface="Arial"/>
              </a:rPr>
              <a:t> files for the Central Indiana model such as packages for model runs and any custom models. </a:t>
            </a:r>
          </a:p>
          <a:p>
            <a:pPr marL="285750" indent="-285750">
              <a:buFont typeface="Arial" panose="020B0604020202020204" pitchFamily="34" charset="0"/>
              <a:buChar char="•"/>
            </a:pPr>
            <a:r>
              <a:rPr lang="en-US" sz="1400" dirty="0">
                <a:solidFill>
                  <a:schemeClr val="tx1"/>
                </a:solidFill>
                <a:cs typeface="Arial"/>
              </a:rPr>
              <a:t>The synthetic population for the Central Indiana model is created using </a:t>
            </a:r>
            <a:r>
              <a:rPr lang="en-US" sz="1400" dirty="0" err="1">
                <a:solidFill>
                  <a:schemeClr val="tx1"/>
                </a:solidFill>
                <a:cs typeface="Arial"/>
              </a:rPr>
              <a:t>VEPopulationSim</a:t>
            </a:r>
            <a:r>
              <a:rPr lang="en-US" sz="1400" dirty="0">
                <a:solidFill>
                  <a:schemeClr val="tx1"/>
                </a:solidFill>
                <a:cs typeface="Arial"/>
              </a:rPr>
              <a:t> which uses the open-source package </a:t>
            </a:r>
            <a:r>
              <a:rPr lang="en-US" sz="1400" dirty="0" err="1">
                <a:solidFill>
                  <a:schemeClr val="tx1"/>
                </a:solidFill>
                <a:cs typeface="Arial"/>
              </a:rPr>
              <a:t>PopulationSim</a:t>
            </a:r>
            <a:endParaRPr lang="en-US" sz="1400" dirty="0">
              <a:solidFill>
                <a:schemeClr val="tx1"/>
              </a:solidFill>
              <a:cs typeface="Arial"/>
            </a:endParaRPr>
          </a:p>
          <a:p>
            <a:pPr marL="285750" indent="-285750">
              <a:buFont typeface="Arial" panose="020B0604020202020204" pitchFamily="34" charset="0"/>
              <a:buChar char="•"/>
            </a:pPr>
            <a:r>
              <a:rPr lang="en-US" sz="1400" dirty="0">
                <a:solidFill>
                  <a:schemeClr val="tx1"/>
                </a:solidFill>
                <a:cs typeface="Arial"/>
              </a:rPr>
              <a:t>Powertrain and Fuels information are held in the </a:t>
            </a:r>
            <a:r>
              <a:rPr lang="en-US" sz="1400" dirty="0" err="1">
                <a:solidFill>
                  <a:schemeClr val="tx1"/>
                </a:solidFill>
                <a:cs typeface="Arial"/>
              </a:rPr>
              <a:t>VEPowertrainsAndFuelsIndy</a:t>
            </a:r>
            <a:r>
              <a:rPr lang="en-US" sz="1400" dirty="0">
                <a:solidFill>
                  <a:schemeClr val="tx1"/>
                </a:solidFill>
                <a:cs typeface="Arial"/>
              </a:rPr>
              <a:t>. The packages VEPowertrainsAndFuelsMCCOG2024 and </a:t>
            </a:r>
            <a:r>
              <a:rPr lang="en-US" sz="1400" dirty="0" err="1">
                <a:solidFill>
                  <a:schemeClr val="tx1"/>
                </a:solidFill>
                <a:cs typeface="Arial"/>
              </a:rPr>
              <a:t>VEPowertrainsAndFuelsMCCOGEVs</a:t>
            </a:r>
            <a:r>
              <a:rPr lang="en-US" sz="1400" dirty="0">
                <a:solidFill>
                  <a:schemeClr val="tx1"/>
                </a:solidFill>
                <a:cs typeface="Arial"/>
              </a:rPr>
              <a:t> are packages for the </a:t>
            </a:r>
            <a:r>
              <a:rPr lang="en-US" sz="1400" dirty="0" err="1">
                <a:solidFill>
                  <a:schemeClr val="tx1"/>
                </a:solidFill>
                <a:cs typeface="Arial"/>
              </a:rPr>
              <a:t>multiscenario</a:t>
            </a:r>
            <a:r>
              <a:rPr lang="en-US" sz="1400" dirty="0">
                <a:solidFill>
                  <a:schemeClr val="tx1"/>
                </a:solidFill>
                <a:cs typeface="Arial"/>
              </a:rPr>
              <a:t> models.</a:t>
            </a:r>
          </a:p>
          <a:p>
            <a:pPr marL="285750" indent="-285750">
              <a:buFont typeface="Arial" panose="020B0604020202020204" pitchFamily="34" charset="0"/>
              <a:buChar char="•"/>
            </a:pPr>
            <a:r>
              <a:rPr lang="en-US" sz="1400" dirty="0">
                <a:solidFill>
                  <a:schemeClr val="tx1"/>
                </a:solidFill>
                <a:cs typeface="Arial"/>
              </a:rPr>
              <a:t>Teleworking and sensitivity to built land use form are both accounted for in the </a:t>
            </a:r>
            <a:r>
              <a:rPr lang="en-US" sz="1400" dirty="0" err="1">
                <a:solidFill>
                  <a:schemeClr val="tx1"/>
                </a:solidFill>
                <a:cs typeface="Arial"/>
              </a:rPr>
              <a:t>VETravelDemandWFH</a:t>
            </a:r>
            <a:r>
              <a:rPr lang="en-US" sz="1400" dirty="0">
                <a:solidFill>
                  <a:schemeClr val="tx1"/>
                </a:solidFill>
                <a:cs typeface="Arial"/>
              </a:rPr>
              <a:t> package.</a:t>
            </a:r>
          </a:p>
          <a:p>
            <a:pPr marL="285750" indent="-285750">
              <a:buFont typeface="Arial" panose="020B0604020202020204" pitchFamily="34" charset="0"/>
              <a:buChar char="•"/>
            </a:pPr>
            <a:r>
              <a:rPr lang="en-US" sz="1400" dirty="0" err="1">
                <a:solidFill>
                  <a:schemeClr val="tx1"/>
                </a:solidFill>
                <a:cs typeface="Arial"/>
              </a:rPr>
              <a:t>VEHouseholdVehiclesDL</a:t>
            </a:r>
            <a:r>
              <a:rPr lang="en-US" sz="1400" dirty="0">
                <a:solidFill>
                  <a:schemeClr val="tx1"/>
                </a:solidFill>
                <a:cs typeface="Arial"/>
              </a:rPr>
              <a:t>, </a:t>
            </a:r>
            <a:r>
              <a:rPr lang="en-US" sz="1400" dirty="0" err="1">
                <a:solidFill>
                  <a:schemeClr val="tx1"/>
                </a:solidFill>
                <a:cs typeface="Arial"/>
              </a:rPr>
              <a:t>VELandUseDL</a:t>
            </a:r>
            <a:r>
              <a:rPr lang="en-US" sz="1400" dirty="0">
                <a:solidFill>
                  <a:schemeClr val="tx1"/>
                </a:solidFill>
                <a:cs typeface="Arial"/>
              </a:rPr>
              <a:t> and </a:t>
            </a:r>
            <a:r>
              <a:rPr lang="en-US" sz="1400" dirty="0" err="1">
                <a:solidFill>
                  <a:schemeClr val="tx1"/>
                </a:solidFill>
                <a:cs typeface="Arial"/>
              </a:rPr>
              <a:t>VETravelPerformanceDL</a:t>
            </a:r>
            <a:r>
              <a:rPr lang="en-US" sz="1400" dirty="0">
                <a:solidFill>
                  <a:schemeClr val="tx1"/>
                </a:solidFill>
                <a:cs typeface="Arial"/>
              </a:rPr>
              <a:t> reflect driverless and car service modules</a:t>
            </a:r>
          </a:p>
        </p:txBody>
      </p:sp>
    </p:spTree>
    <p:extLst>
      <p:ext uri="{BB962C8B-B14F-4D97-AF65-F5344CB8AC3E}">
        <p14:creationId xmlns:p14="http://schemas.microsoft.com/office/powerpoint/2010/main" val="1517934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5</a:t>
            </a:fld>
            <a:endParaRPr lang="en-US"/>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0" y="494553"/>
            <a:ext cx="10515600" cy="480131"/>
          </a:xfrm>
        </p:spPr>
        <p:txBody>
          <a:bodyPr/>
          <a:lstStyle/>
          <a:p>
            <a:r>
              <a:rPr lang="en-US" dirty="0">
                <a:solidFill>
                  <a:schemeClr val="bg2"/>
                </a:solidFill>
              </a:rPr>
              <a:t>Step 3: </a:t>
            </a:r>
            <a:r>
              <a:rPr lang="en-US" dirty="0"/>
              <a:t>Install Packages to the VE Library manually</a:t>
            </a:r>
          </a:p>
        </p:txBody>
      </p:sp>
      <p:sp>
        <p:nvSpPr>
          <p:cNvPr id="4" name="Text Placeholder 3">
            <a:extLst>
              <a:ext uri="{FF2B5EF4-FFF2-40B4-BE49-F238E27FC236}">
                <a16:creationId xmlns:a16="http://schemas.microsoft.com/office/drawing/2014/main" id="{FCED4F34-6688-6D88-41CC-129BA3C90C9A}"/>
              </a:ext>
            </a:extLst>
          </p:cNvPr>
          <p:cNvSpPr>
            <a:spLocks noGrp="1"/>
          </p:cNvSpPr>
          <p:nvPr>
            <p:ph type="body" sz="quarter" idx="12"/>
          </p:nvPr>
        </p:nvSpPr>
        <p:spPr>
          <a:xfrm>
            <a:off x="828675" y="1561335"/>
            <a:ext cx="10515600" cy="338554"/>
          </a:xfrm>
        </p:spPr>
        <p:txBody>
          <a:bodyPr/>
          <a:lstStyle/>
          <a:p>
            <a:r>
              <a:rPr lang="en-US" dirty="0"/>
              <a:t>3.1 </a:t>
            </a:r>
            <a:r>
              <a:rPr lang="en-US" b="0" dirty="0">
                <a:solidFill>
                  <a:schemeClr val="tx1"/>
                </a:solidFill>
              </a:rPr>
              <a:t>Open the </a:t>
            </a:r>
            <a:r>
              <a:rPr lang="en-US" b="0" dirty="0" err="1">
                <a:solidFill>
                  <a:schemeClr val="tx1"/>
                </a:solidFill>
              </a:rPr>
              <a:t>VE_Extras_MCCOG</a:t>
            </a:r>
            <a:r>
              <a:rPr lang="en-US" b="0" dirty="0">
                <a:solidFill>
                  <a:schemeClr val="tx1"/>
                </a:solidFill>
              </a:rPr>
              <a:t> folder and open the </a:t>
            </a:r>
            <a:r>
              <a:rPr lang="en-US" b="0" dirty="0" err="1">
                <a:solidFill>
                  <a:schemeClr val="tx1"/>
                </a:solidFill>
              </a:rPr>
              <a:t>VisionEval</a:t>
            </a:r>
            <a:r>
              <a:rPr lang="en-US" b="0" dirty="0">
                <a:solidFill>
                  <a:schemeClr val="tx1"/>
                </a:solidFill>
              </a:rPr>
              <a:t>-dev R project</a:t>
            </a:r>
          </a:p>
        </p:txBody>
      </p:sp>
      <p:pic>
        <p:nvPicPr>
          <p:cNvPr id="11" name="Picture 10">
            <a:extLst>
              <a:ext uri="{FF2B5EF4-FFF2-40B4-BE49-F238E27FC236}">
                <a16:creationId xmlns:a16="http://schemas.microsoft.com/office/drawing/2014/main" id="{990B8A50-8D1E-E477-0D21-675D0F109FAE}"/>
              </a:ext>
            </a:extLst>
          </p:cNvPr>
          <p:cNvPicPr>
            <a:picLocks noChangeAspect="1"/>
          </p:cNvPicPr>
          <p:nvPr/>
        </p:nvPicPr>
        <p:blipFill rotWithShape="1">
          <a:blip r:embed="rId2"/>
          <a:srcRect b="43051"/>
          <a:stretch/>
        </p:blipFill>
        <p:spPr>
          <a:xfrm>
            <a:off x="1411209" y="7422107"/>
            <a:ext cx="7768647" cy="677969"/>
          </a:xfrm>
          <a:prstGeom prst="rect">
            <a:avLst/>
          </a:prstGeom>
        </p:spPr>
      </p:pic>
      <p:sp>
        <p:nvSpPr>
          <p:cNvPr id="6" name="Text Placeholder 3">
            <a:extLst>
              <a:ext uri="{FF2B5EF4-FFF2-40B4-BE49-F238E27FC236}">
                <a16:creationId xmlns:a16="http://schemas.microsoft.com/office/drawing/2014/main" id="{DFD32D87-159C-021F-BA9B-B5DD9C247F39}"/>
              </a:ext>
            </a:extLst>
          </p:cNvPr>
          <p:cNvSpPr txBox="1">
            <a:spLocks/>
          </p:cNvSpPr>
          <p:nvPr/>
        </p:nvSpPr>
        <p:spPr>
          <a:xfrm>
            <a:off x="828675" y="4540744"/>
            <a:ext cx="8296276" cy="584775"/>
          </a:xfrm>
          <a:prstGeom prst="rect">
            <a:avLst/>
          </a:prstGeom>
        </p:spPr>
        <p:txBody>
          <a:bodyPr vert="horz" wrap="square" lIns="0" tIns="45720" rIns="0" bIns="45720" rtlCol="0">
            <a:spAutoFit/>
          </a:bodyPr>
          <a:lstStyle>
            <a:lvl1pPr marL="0" indent="0" algn="l" defTabSz="914400" rtl="0" eaLnBrk="1" fontAlgn="ctr" latinLnBrk="0" hangingPunct="1">
              <a:lnSpc>
                <a:spcPct val="100000"/>
              </a:lnSpc>
              <a:spcBef>
                <a:spcPts val="1000"/>
              </a:spcBef>
              <a:buClr>
                <a:srgbClr val="48484A"/>
              </a:buClr>
              <a:buSzPct val="150000"/>
              <a:buFontTx/>
              <a:buNone/>
              <a:defRPr sz="1600" b="1" i="0" kern="1200">
                <a:solidFill>
                  <a:srgbClr val="EC8B1F"/>
                </a:solidFill>
                <a:latin typeface="Arial" panose="020B0604020202020204" pitchFamily="34" charset="0"/>
                <a:ea typeface="+mn-ea"/>
                <a:cs typeface="Arial" panose="020B0604020202020204" pitchFamily="34" charset="0"/>
              </a:defRPr>
            </a:lvl1pPr>
            <a:lvl2pPr marL="365760" indent="-182880" algn="l" defTabSz="914400" rtl="0" eaLnBrk="1" fontAlgn="ctr" latinLnBrk="0" hangingPunct="1">
              <a:lnSpc>
                <a:spcPct val="110000"/>
              </a:lnSpc>
              <a:spcBef>
                <a:spcPts val="500"/>
              </a:spcBef>
              <a:buClr>
                <a:srgbClr val="48484A"/>
              </a:buClr>
              <a:buSzPct val="100000"/>
              <a:buFont typeface="System Font Regular"/>
              <a:buChar char="–"/>
              <a:defRPr sz="1200" b="0" i="0" kern="1200">
                <a:solidFill>
                  <a:srgbClr val="48484A"/>
                </a:solidFill>
                <a:latin typeface="Arial" panose="020B0604020202020204" pitchFamily="34" charset="0"/>
                <a:ea typeface="+mn-ea"/>
                <a:cs typeface="Arial" panose="020B0604020202020204" pitchFamily="34" charset="0"/>
              </a:defRPr>
            </a:lvl2pPr>
            <a:lvl3pPr marL="548640" indent="-182880" algn="l" defTabSz="914400" rtl="0" eaLnBrk="1" fontAlgn="ctr" latinLnBrk="0" hangingPunct="1">
              <a:lnSpc>
                <a:spcPct val="110000"/>
              </a:lnSpc>
              <a:spcBef>
                <a:spcPts val="500"/>
              </a:spcBef>
              <a:buClr>
                <a:srgbClr val="48484A"/>
              </a:buClr>
              <a:buSzPct val="100000"/>
              <a:buFont typeface="Courier New" panose="02070309020205020404" pitchFamily="49" charset="0"/>
              <a:buChar char="o"/>
              <a:defRPr sz="1200" b="0" i="0" kern="1200">
                <a:solidFill>
                  <a:srgbClr val="48484A"/>
                </a:solidFill>
                <a:latin typeface="Arial" panose="020B0604020202020204" pitchFamily="34" charset="0"/>
                <a:ea typeface="+mn-ea"/>
                <a:cs typeface="Arial" panose="020B0604020202020204" pitchFamily="34" charset="0"/>
              </a:defRPr>
            </a:lvl3pPr>
            <a:lvl4pPr marL="548640" indent="0" algn="l" defTabSz="914400" rtl="0" eaLnBrk="1" fontAlgn="ctr" latinLnBrk="0" hangingPunct="1">
              <a:lnSpc>
                <a:spcPct val="110000"/>
              </a:lnSpc>
              <a:spcBef>
                <a:spcPts val="500"/>
              </a:spcBef>
              <a:buClr>
                <a:srgbClr val="48484A"/>
              </a:buClr>
              <a:buSzPct val="100000"/>
              <a:buFontTx/>
              <a:buNone/>
              <a:defRPr sz="1200" b="0" i="1" kern="1200">
                <a:solidFill>
                  <a:srgbClr val="48484A"/>
                </a:solidFill>
                <a:latin typeface="Arial" panose="020B0604020202020204" pitchFamily="34" charset="0"/>
                <a:ea typeface="+mn-ea"/>
                <a:cs typeface="Arial" panose="020B0604020202020204" pitchFamily="34" charset="0"/>
              </a:defRPr>
            </a:lvl4pPr>
            <a:lvl5pPr marL="731520" indent="-182880" algn="l" defTabSz="914400" rtl="0" eaLnBrk="1" fontAlgn="ctr" latinLnBrk="0" hangingPunct="1">
              <a:lnSpc>
                <a:spcPct val="110000"/>
              </a:lnSpc>
              <a:spcBef>
                <a:spcPts val="500"/>
              </a:spcBef>
              <a:buClr>
                <a:srgbClr val="48484A"/>
              </a:buClr>
              <a:buSzPct val="100000"/>
              <a:buFont typeface="Wingdings" pitchFamily="2" charset="2"/>
              <a:buChar char="§"/>
              <a:defRPr sz="1200" b="0" i="0" kern="1200">
                <a:solidFill>
                  <a:srgbClr val="48484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3.3 </a:t>
            </a:r>
            <a:r>
              <a:rPr lang="en-US" b="0" dirty="0">
                <a:solidFill>
                  <a:schemeClr val="tx1"/>
                </a:solidFill>
              </a:rPr>
              <a:t>Use the “</a:t>
            </a:r>
            <a:r>
              <a:rPr lang="en-US" b="0" dirty="0" err="1">
                <a:solidFill>
                  <a:schemeClr val="tx1"/>
                </a:solidFill>
              </a:rPr>
              <a:t>install.packages</a:t>
            </a:r>
            <a:r>
              <a:rPr lang="en-US" b="0" dirty="0">
                <a:solidFill>
                  <a:schemeClr val="tx1"/>
                </a:solidFill>
              </a:rPr>
              <a:t>” command to install the desired VE modules (the additional commands “type” and “repos” are required as pictured).</a:t>
            </a:r>
          </a:p>
        </p:txBody>
      </p:sp>
      <p:sp>
        <p:nvSpPr>
          <p:cNvPr id="9" name="Text Placeholder 3">
            <a:extLst>
              <a:ext uri="{FF2B5EF4-FFF2-40B4-BE49-F238E27FC236}">
                <a16:creationId xmlns:a16="http://schemas.microsoft.com/office/drawing/2014/main" id="{AC25B0B0-FF70-5576-156A-4D21DC6D86FF}"/>
              </a:ext>
            </a:extLst>
          </p:cNvPr>
          <p:cNvSpPr txBox="1">
            <a:spLocks/>
          </p:cNvSpPr>
          <p:nvPr/>
        </p:nvSpPr>
        <p:spPr>
          <a:xfrm>
            <a:off x="838201" y="3242109"/>
            <a:ext cx="7124700" cy="584775"/>
          </a:xfrm>
          <a:prstGeom prst="rect">
            <a:avLst/>
          </a:prstGeom>
        </p:spPr>
        <p:txBody>
          <a:bodyPr vert="horz" wrap="square" lIns="0" tIns="45720" rIns="0" bIns="45720" rtlCol="0">
            <a:spAutoFit/>
          </a:bodyPr>
          <a:lstStyle>
            <a:lvl1pPr marL="0" indent="0" algn="l" defTabSz="914400" rtl="0" eaLnBrk="1" fontAlgn="ctr" latinLnBrk="0" hangingPunct="1">
              <a:lnSpc>
                <a:spcPct val="100000"/>
              </a:lnSpc>
              <a:spcBef>
                <a:spcPts val="1000"/>
              </a:spcBef>
              <a:buClr>
                <a:srgbClr val="48484A"/>
              </a:buClr>
              <a:buSzPct val="150000"/>
              <a:buFontTx/>
              <a:buNone/>
              <a:defRPr sz="1600" b="1" i="0" kern="1200">
                <a:solidFill>
                  <a:srgbClr val="EC8B1F"/>
                </a:solidFill>
                <a:latin typeface="Arial" panose="020B0604020202020204" pitchFamily="34" charset="0"/>
                <a:ea typeface="+mn-ea"/>
                <a:cs typeface="Arial" panose="020B0604020202020204" pitchFamily="34" charset="0"/>
              </a:defRPr>
            </a:lvl1pPr>
            <a:lvl2pPr marL="365760" indent="-182880" algn="l" defTabSz="914400" rtl="0" eaLnBrk="1" fontAlgn="ctr" latinLnBrk="0" hangingPunct="1">
              <a:lnSpc>
                <a:spcPct val="110000"/>
              </a:lnSpc>
              <a:spcBef>
                <a:spcPts val="500"/>
              </a:spcBef>
              <a:buClr>
                <a:srgbClr val="48484A"/>
              </a:buClr>
              <a:buSzPct val="100000"/>
              <a:buFont typeface="System Font Regular"/>
              <a:buChar char="–"/>
              <a:defRPr sz="1200" b="0" i="0" kern="1200">
                <a:solidFill>
                  <a:srgbClr val="48484A"/>
                </a:solidFill>
                <a:latin typeface="Arial" panose="020B0604020202020204" pitchFamily="34" charset="0"/>
                <a:ea typeface="+mn-ea"/>
                <a:cs typeface="Arial" panose="020B0604020202020204" pitchFamily="34" charset="0"/>
              </a:defRPr>
            </a:lvl2pPr>
            <a:lvl3pPr marL="548640" indent="-182880" algn="l" defTabSz="914400" rtl="0" eaLnBrk="1" fontAlgn="ctr" latinLnBrk="0" hangingPunct="1">
              <a:lnSpc>
                <a:spcPct val="110000"/>
              </a:lnSpc>
              <a:spcBef>
                <a:spcPts val="500"/>
              </a:spcBef>
              <a:buClr>
                <a:srgbClr val="48484A"/>
              </a:buClr>
              <a:buSzPct val="100000"/>
              <a:buFont typeface="Courier New" panose="02070309020205020404" pitchFamily="49" charset="0"/>
              <a:buChar char="o"/>
              <a:defRPr sz="1200" b="0" i="0" kern="1200">
                <a:solidFill>
                  <a:srgbClr val="48484A"/>
                </a:solidFill>
                <a:latin typeface="Arial" panose="020B0604020202020204" pitchFamily="34" charset="0"/>
                <a:ea typeface="+mn-ea"/>
                <a:cs typeface="Arial" panose="020B0604020202020204" pitchFamily="34" charset="0"/>
              </a:defRPr>
            </a:lvl3pPr>
            <a:lvl4pPr marL="548640" indent="0" algn="l" defTabSz="914400" rtl="0" eaLnBrk="1" fontAlgn="ctr" latinLnBrk="0" hangingPunct="1">
              <a:lnSpc>
                <a:spcPct val="110000"/>
              </a:lnSpc>
              <a:spcBef>
                <a:spcPts val="500"/>
              </a:spcBef>
              <a:buClr>
                <a:srgbClr val="48484A"/>
              </a:buClr>
              <a:buSzPct val="100000"/>
              <a:buFontTx/>
              <a:buNone/>
              <a:defRPr sz="1200" b="0" i="1" kern="1200">
                <a:solidFill>
                  <a:srgbClr val="48484A"/>
                </a:solidFill>
                <a:latin typeface="Arial" panose="020B0604020202020204" pitchFamily="34" charset="0"/>
                <a:ea typeface="+mn-ea"/>
                <a:cs typeface="Arial" panose="020B0604020202020204" pitchFamily="34" charset="0"/>
              </a:defRPr>
            </a:lvl4pPr>
            <a:lvl5pPr marL="731520" indent="-182880" algn="l" defTabSz="914400" rtl="0" eaLnBrk="1" fontAlgn="ctr" latinLnBrk="0" hangingPunct="1">
              <a:lnSpc>
                <a:spcPct val="110000"/>
              </a:lnSpc>
              <a:spcBef>
                <a:spcPts val="500"/>
              </a:spcBef>
              <a:buClr>
                <a:srgbClr val="48484A"/>
              </a:buClr>
              <a:buSzPct val="100000"/>
              <a:buFont typeface="Wingdings" pitchFamily="2" charset="2"/>
              <a:buChar char="§"/>
              <a:defRPr sz="1200" b="0" i="0" kern="1200">
                <a:solidFill>
                  <a:srgbClr val="48484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3.2 </a:t>
            </a:r>
            <a:r>
              <a:rPr lang="en-US" b="0" dirty="0">
                <a:solidFill>
                  <a:schemeClr val="tx1"/>
                </a:solidFill>
              </a:rPr>
              <a:t>Add the </a:t>
            </a:r>
            <a:r>
              <a:rPr lang="en-US" b="0" i="1" dirty="0">
                <a:solidFill>
                  <a:schemeClr val="tx1"/>
                </a:solidFill>
              </a:rPr>
              <a:t>absolute</a:t>
            </a:r>
            <a:r>
              <a:rPr lang="en-US" b="0" dirty="0">
                <a:solidFill>
                  <a:schemeClr val="tx1"/>
                </a:solidFill>
              </a:rPr>
              <a:t> path of the </a:t>
            </a:r>
            <a:r>
              <a:rPr lang="en-US" b="0" dirty="0" err="1">
                <a:solidFill>
                  <a:schemeClr val="tx1"/>
                </a:solidFill>
              </a:rPr>
              <a:t>ve</a:t>
            </a:r>
            <a:r>
              <a:rPr lang="en-US" b="0" dirty="0">
                <a:solidFill>
                  <a:schemeClr val="tx1"/>
                </a:solidFill>
              </a:rPr>
              <a:t>-lib folder in the model directory (</a:t>
            </a:r>
            <a:r>
              <a:rPr lang="en-US" b="0" i="1" dirty="0">
                <a:solidFill>
                  <a:schemeClr val="tx1"/>
                </a:solidFill>
              </a:rPr>
              <a:t>built/</a:t>
            </a:r>
            <a:r>
              <a:rPr lang="en-US" b="0" i="1" dirty="0" err="1">
                <a:solidFill>
                  <a:schemeClr val="tx1"/>
                </a:solidFill>
              </a:rPr>
              <a:t>visioneval</a:t>
            </a:r>
            <a:r>
              <a:rPr lang="en-US" b="0" i="1" dirty="0">
                <a:solidFill>
                  <a:schemeClr val="tx1"/>
                </a:solidFill>
              </a:rPr>
              <a:t>/{</a:t>
            </a:r>
            <a:r>
              <a:rPr lang="en-US" b="0" i="1" dirty="0" err="1">
                <a:solidFill>
                  <a:schemeClr val="tx1"/>
                </a:solidFill>
              </a:rPr>
              <a:t>Rversion</a:t>
            </a:r>
            <a:r>
              <a:rPr lang="en-US" b="0" i="1" dirty="0">
                <a:solidFill>
                  <a:schemeClr val="tx1"/>
                </a:solidFill>
              </a:rPr>
              <a:t>}/</a:t>
            </a:r>
            <a:r>
              <a:rPr lang="en-US" b="0" i="1" dirty="0" err="1">
                <a:solidFill>
                  <a:schemeClr val="tx1"/>
                </a:solidFill>
              </a:rPr>
              <a:t>ve</a:t>
            </a:r>
            <a:r>
              <a:rPr lang="en-US" b="0" i="1" dirty="0">
                <a:solidFill>
                  <a:schemeClr val="tx1"/>
                </a:solidFill>
              </a:rPr>
              <a:t>-lib</a:t>
            </a:r>
            <a:r>
              <a:rPr lang="en-US" b="0" dirty="0">
                <a:solidFill>
                  <a:schemeClr val="tx1"/>
                </a:solidFill>
              </a:rPr>
              <a:t>). Use the “.</a:t>
            </a:r>
            <a:r>
              <a:rPr lang="en-US" b="0" dirty="0" err="1">
                <a:solidFill>
                  <a:schemeClr val="tx1"/>
                </a:solidFill>
              </a:rPr>
              <a:t>libPaths</a:t>
            </a:r>
            <a:r>
              <a:rPr lang="en-US" b="0" dirty="0">
                <a:solidFill>
                  <a:schemeClr val="tx1"/>
                </a:solidFill>
              </a:rPr>
              <a:t>” command:</a:t>
            </a:r>
          </a:p>
        </p:txBody>
      </p:sp>
      <p:pic>
        <p:nvPicPr>
          <p:cNvPr id="13" name="Picture 12">
            <a:extLst>
              <a:ext uri="{FF2B5EF4-FFF2-40B4-BE49-F238E27FC236}">
                <a16:creationId xmlns:a16="http://schemas.microsoft.com/office/drawing/2014/main" id="{BB063CD5-4FF5-2400-4C44-645205B09129}"/>
              </a:ext>
            </a:extLst>
          </p:cNvPr>
          <p:cNvPicPr>
            <a:picLocks noChangeAspect="1"/>
          </p:cNvPicPr>
          <p:nvPr/>
        </p:nvPicPr>
        <p:blipFill>
          <a:blip r:embed="rId3"/>
          <a:stretch>
            <a:fillRect/>
          </a:stretch>
        </p:blipFill>
        <p:spPr>
          <a:xfrm>
            <a:off x="1185690" y="2014223"/>
            <a:ext cx="3686175" cy="895350"/>
          </a:xfrm>
          <a:prstGeom prst="rect">
            <a:avLst/>
          </a:prstGeom>
          <a:ln>
            <a:solidFill>
              <a:schemeClr val="tx1"/>
            </a:solidFill>
          </a:ln>
        </p:spPr>
      </p:pic>
      <p:pic>
        <p:nvPicPr>
          <p:cNvPr id="14" name="Picture 13">
            <a:extLst>
              <a:ext uri="{FF2B5EF4-FFF2-40B4-BE49-F238E27FC236}">
                <a16:creationId xmlns:a16="http://schemas.microsoft.com/office/drawing/2014/main" id="{54A83F08-49BB-27CB-FB54-12AE68CDB8D9}"/>
              </a:ext>
            </a:extLst>
          </p:cNvPr>
          <p:cNvPicPr>
            <a:picLocks noChangeAspect="1"/>
          </p:cNvPicPr>
          <p:nvPr/>
        </p:nvPicPr>
        <p:blipFill>
          <a:blip r:embed="rId4"/>
          <a:stretch>
            <a:fillRect/>
          </a:stretch>
        </p:blipFill>
        <p:spPr>
          <a:xfrm>
            <a:off x="8667232" y="2025985"/>
            <a:ext cx="2600325" cy="2105025"/>
          </a:xfrm>
          <a:prstGeom prst="rect">
            <a:avLst/>
          </a:prstGeom>
          <a:ln>
            <a:solidFill>
              <a:schemeClr val="tx1"/>
            </a:solidFill>
          </a:ln>
        </p:spPr>
      </p:pic>
      <p:cxnSp>
        <p:nvCxnSpPr>
          <p:cNvPr id="20" name="Connector: Elbow 19">
            <a:extLst>
              <a:ext uri="{FF2B5EF4-FFF2-40B4-BE49-F238E27FC236}">
                <a16:creationId xmlns:a16="http://schemas.microsoft.com/office/drawing/2014/main" id="{EE2BBB79-B75C-55AC-B5E8-B8FC8188536E}"/>
              </a:ext>
            </a:extLst>
          </p:cNvPr>
          <p:cNvCxnSpPr>
            <a:cxnSpLocks/>
            <a:stCxn id="7" idx="3"/>
          </p:cNvCxnSpPr>
          <p:nvPr/>
        </p:nvCxnSpPr>
        <p:spPr>
          <a:xfrm flipV="1">
            <a:off x="7389303" y="3750947"/>
            <a:ext cx="1277929" cy="358657"/>
          </a:xfrm>
          <a:prstGeom prst="bentConnector3">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3116BEF5-CD6D-CFD4-F44F-5DF5D4781D42}"/>
              </a:ext>
            </a:extLst>
          </p:cNvPr>
          <p:cNvPicPr>
            <a:picLocks noChangeAspect="1"/>
          </p:cNvPicPr>
          <p:nvPr/>
        </p:nvPicPr>
        <p:blipFill>
          <a:blip r:embed="rId5"/>
          <a:stretch>
            <a:fillRect/>
          </a:stretch>
        </p:blipFill>
        <p:spPr>
          <a:xfrm>
            <a:off x="924443" y="3997255"/>
            <a:ext cx="6464860" cy="224697"/>
          </a:xfrm>
          <a:prstGeom prst="rect">
            <a:avLst/>
          </a:prstGeom>
        </p:spPr>
      </p:pic>
      <p:pic>
        <p:nvPicPr>
          <p:cNvPr id="15" name="Picture 14">
            <a:extLst>
              <a:ext uri="{FF2B5EF4-FFF2-40B4-BE49-F238E27FC236}">
                <a16:creationId xmlns:a16="http://schemas.microsoft.com/office/drawing/2014/main" id="{B41A2558-5A14-BE94-BDBE-66DBF87FC196}"/>
              </a:ext>
            </a:extLst>
          </p:cNvPr>
          <p:cNvPicPr>
            <a:picLocks noChangeAspect="1"/>
          </p:cNvPicPr>
          <p:nvPr/>
        </p:nvPicPr>
        <p:blipFill>
          <a:blip r:embed="rId6"/>
          <a:stretch>
            <a:fillRect/>
          </a:stretch>
        </p:blipFill>
        <p:spPr>
          <a:xfrm>
            <a:off x="880685" y="5249991"/>
            <a:ext cx="7982360" cy="622332"/>
          </a:xfrm>
          <a:prstGeom prst="rect">
            <a:avLst/>
          </a:prstGeom>
        </p:spPr>
      </p:pic>
    </p:spTree>
    <p:extLst>
      <p:ext uri="{BB962C8B-B14F-4D97-AF65-F5344CB8AC3E}">
        <p14:creationId xmlns:p14="http://schemas.microsoft.com/office/powerpoint/2010/main" val="1491248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82490-F406-440E-E49A-31504765C686}"/>
            </a:ext>
          </a:extLst>
        </p:cNvPr>
        <p:cNvGrpSpPr/>
        <p:nvPr/>
      </p:nvGrpSpPr>
      <p:grpSpPr>
        <a:xfrm>
          <a:off x="0" y="0"/>
          <a:ext cx="0" cy="0"/>
          <a:chOff x="0" y="0"/>
          <a:chExt cx="0" cy="0"/>
        </a:xfrm>
      </p:grpSpPr>
      <p:sp>
        <p:nvSpPr>
          <p:cNvPr id="6" name="Text Placeholder 3">
            <a:extLst>
              <a:ext uri="{FF2B5EF4-FFF2-40B4-BE49-F238E27FC236}">
                <a16:creationId xmlns:a16="http://schemas.microsoft.com/office/drawing/2014/main" id="{8A081E4E-8036-4F63-DFBB-6C8AED0860A1}"/>
              </a:ext>
            </a:extLst>
          </p:cNvPr>
          <p:cNvSpPr txBox="1">
            <a:spLocks/>
          </p:cNvSpPr>
          <p:nvPr/>
        </p:nvSpPr>
        <p:spPr>
          <a:xfrm>
            <a:off x="838200" y="1348679"/>
            <a:ext cx="10515600" cy="3524042"/>
          </a:xfrm>
          <a:prstGeom prst="rect">
            <a:avLst/>
          </a:prstGeom>
        </p:spPr>
        <p:txBody>
          <a:bodyPr vert="horz" wrap="square" lIns="0" tIns="45720" rIns="0" bIns="45720" rtlCol="0">
            <a:spAutoFit/>
          </a:bodyPr>
          <a:lstStyle>
            <a:lvl1pPr marL="0" indent="0" algn="l" defTabSz="914400" rtl="0" eaLnBrk="1" fontAlgn="ctr" latinLnBrk="0" hangingPunct="1">
              <a:lnSpc>
                <a:spcPct val="100000"/>
              </a:lnSpc>
              <a:spcBef>
                <a:spcPts val="1000"/>
              </a:spcBef>
              <a:buClr>
                <a:srgbClr val="48484A"/>
              </a:buClr>
              <a:buSzPct val="150000"/>
              <a:buFontTx/>
              <a:buNone/>
              <a:defRPr sz="1600" b="1" i="0" kern="1200">
                <a:solidFill>
                  <a:srgbClr val="EC8B1F"/>
                </a:solidFill>
                <a:latin typeface="Arial" panose="020B0604020202020204" pitchFamily="34" charset="0"/>
                <a:ea typeface="+mn-ea"/>
                <a:cs typeface="Arial" panose="020B0604020202020204" pitchFamily="34" charset="0"/>
              </a:defRPr>
            </a:lvl1pPr>
            <a:lvl2pPr marL="365760" indent="-182880" algn="l" defTabSz="914400" rtl="0" eaLnBrk="1" fontAlgn="ctr" latinLnBrk="0" hangingPunct="1">
              <a:lnSpc>
                <a:spcPct val="110000"/>
              </a:lnSpc>
              <a:spcBef>
                <a:spcPts val="500"/>
              </a:spcBef>
              <a:buClr>
                <a:srgbClr val="48484A"/>
              </a:buClr>
              <a:buSzPct val="100000"/>
              <a:buFont typeface="System Font Regular"/>
              <a:buChar char="–"/>
              <a:defRPr sz="1200" b="0" i="0" kern="1200">
                <a:solidFill>
                  <a:srgbClr val="48484A"/>
                </a:solidFill>
                <a:latin typeface="Arial" panose="020B0604020202020204" pitchFamily="34" charset="0"/>
                <a:ea typeface="+mn-ea"/>
                <a:cs typeface="Arial" panose="020B0604020202020204" pitchFamily="34" charset="0"/>
              </a:defRPr>
            </a:lvl2pPr>
            <a:lvl3pPr marL="548640" indent="-182880" algn="l" defTabSz="914400" rtl="0" eaLnBrk="1" fontAlgn="ctr" latinLnBrk="0" hangingPunct="1">
              <a:lnSpc>
                <a:spcPct val="110000"/>
              </a:lnSpc>
              <a:spcBef>
                <a:spcPts val="500"/>
              </a:spcBef>
              <a:buClr>
                <a:srgbClr val="48484A"/>
              </a:buClr>
              <a:buSzPct val="100000"/>
              <a:buFont typeface="Courier New" panose="02070309020205020404" pitchFamily="49" charset="0"/>
              <a:buChar char="o"/>
              <a:defRPr sz="1200" b="0" i="0" kern="1200">
                <a:solidFill>
                  <a:srgbClr val="48484A"/>
                </a:solidFill>
                <a:latin typeface="Arial" panose="020B0604020202020204" pitchFamily="34" charset="0"/>
                <a:ea typeface="+mn-ea"/>
                <a:cs typeface="Arial" panose="020B0604020202020204" pitchFamily="34" charset="0"/>
              </a:defRPr>
            </a:lvl3pPr>
            <a:lvl4pPr marL="548640" indent="0" algn="l" defTabSz="914400" rtl="0" eaLnBrk="1" fontAlgn="ctr" latinLnBrk="0" hangingPunct="1">
              <a:lnSpc>
                <a:spcPct val="110000"/>
              </a:lnSpc>
              <a:spcBef>
                <a:spcPts val="500"/>
              </a:spcBef>
              <a:buClr>
                <a:srgbClr val="48484A"/>
              </a:buClr>
              <a:buSzPct val="100000"/>
              <a:buFontTx/>
              <a:buNone/>
              <a:defRPr sz="1200" b="0" i="1" kern="1200">
                <a:solidFill>
                  <a:srgbClr val="48484A"/>
                </a:solidFill>
                <a:latin typeface="Arial" panose="020B0604020202020204" pitchFamily="34" charset="0"/>
                <a:ea typeface="+mn-ea"/>
                <a:cs typeface="Arial" panose="020B0604020202020204" pitchFamily="34" charset="0"/>
              </a:defRPr>
            </a:lvl4pPr>
            <a:lvl5pPr marL="731520" indent="-182880" algn="l" defTabSz="914400" rtl="0" eaLnBrk="1" fontAlgn="ctr" latinLnBrk="0" hangingPunct="1">
              <a:lnSpc>
                <a:spcPct val="110000"/>
              </a:lnSpc>
              <a:spcBef>
                <a:spcPts val="500"/>
              </a:spcBef>
              <a:buClr>
                <a:srgbClr val="48484A"/>
              </a:buClr>
              <a:buSzPct val="100000"/>
              <a:buFont typeface="Wingdings" pitchFamily="2" charset="2"/>
              <a:buChar char="§"/>
              <a:defRPr sz="1200" b="0" i="0" kern="1200">
                <a:solidFill>
                  <a:srgbClr val="48484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3.4 </a:t>
            </a:r>
            <a:r>
              <a:rPr lang="en-US" b="0" dirty="0">
                <a:solidFill>
                  <a:schemeClr val="tx1"/>
                </a:solidFill>
              </a:rPr>
              <a:t>Troubleshoot</a:t>
            </a:r>
          </a:p>
          <a:p>
            <a:pPr marL="285750" indent="-285750">
              <a:buFont typeface="Arial" panose="020B0604020202020204" pitchFamily="34" charset="0"/>
              <a:buChar char="•"/>
            </a:pPr>
            <a:r>
              <a:rPr lang="en-US" sz="1400" b="0" dirty="0">
                <a:solidFill>
                  <a:schemeClr val="tx1"/>
                </a:solidFill>
              </a:rPr>
              <a:t>Install attempts may display a specific error or R packages that need to be installed prior to installing the VE module. </a:t>
            </a:r>
          </a:p>
          <a:p>
            <a:pPr marL="285750" indent="-285750">
              <a:buFont typeface="Arial" panose="020B0604020202020204" pitchFamily="34" charset="0"/>
              <a:buChar char="•"/>
            </a:pPr>
            <a:endParaRPr lang="en-US" sz="1400" b="0" dirty="0">
              <a:solidFill>
                <a:schemeClr val="tx1"/>
              </a:solidFill>
            </a:endParaRPr>
          </a:p>
          <a:p>
            <a:pPr marL="285750" indent="-285750">
              <a:buFont typeface="Arial" panose="020B0604020202020204" pitchFamily="34" charset="0"/>
              <a:buChar char="•"/>
            </a:pPr>
            <a:endParaRPr lang="en-US" sz="1400" b="0" dirty="0">
              <a:solidFill>
                <a:schemeClr val="tx1"/>
              </a:solidFill>
            </a:endParaRPr>
          </a:p>
          <a:p>
            <a:pPr marL="285750" indent="-285750">
              <a:buFont typeface="Arial" panose="020B0604020202020204" pitchFamily="34" charset="0"/>
              <a:buChar char="•"/>
            </a:pPr>
            <a:endParaRPr lang="en-US" sz="1400" b="0" dirty="0">
              <a:solidFill>
                <a:schemeClr val="tx1"/>
              </a:solidFill>
            </a:endParaRPr>
          </a:p>
          <a:p>
            <a:pPr marL="285750" indent="-285750">
              <a:buFont typeface="Arial" panose="020B0604020202020204" pitchFamily="34" charset="0"/>
              <a:buChar char="•"/>
            </a:pPr>
            <a:r>
              <a:rPr lang="en-US" sz="1400" b="0" dirty="0">
                <a:solidFill>
                  <a:schemeClr val="tx1"/>
                </a:solidFill>
              </a:rPr>
              <a:t>In this case, the user needs to enter </a:t>
            </a:r>
            <a:r>
              <a:rPr lang="en-US" sz="1400" b="0" i="1" dirty="0" err="1">
                <a:solidFill>
                  <a:schemeClr val="tx1"/>
                </a:solidFill>
              </a:rPr>
              <a:t>install.packages</a:t>
            </a:r>
            <a:r>
              <a:rPr lang="en-US" sz="1400" b="0" i="1" dirty="0">
                <a:solidFill>
                  <a:schemeClr val="tx1"/>
                </a:solidFill>
              </a:rPr>
              <a:t>(“</a:t>
            </a:r>
            <a:r>
              <a:rPr lang="en-US" sz="1400" b="0" i="1" dirty="0" err="1">
                <a:solidFill>
                  <a:schemeClr val="tx1"/>
                </a:solidFill>
              </a:rPr>
              <a:t>sn</a:t>
            </a:r>
            <a:r>
              <a:rPr lang="en-US" sz="1400" b="0" i="1" dirty="0">
                <a:solidFill>
                  <a:schemeClr val="tx1"/>
                </a:solidFill>
              </a:rPr>
              <a:t>”)</a:t>
            </a:r>
            <a:r>
              <a:rPr lang="en-US" sz="1400" b="0" dirty="0">
                <a:solidFill>
                  <a:schemeClr val="tx1"/>
                </a:solidFill>
              </a:rPr>
              <a:t> to install the </a:t>
            </a:r>
            <a:r>
              <a:rPr lang="en-US" sz="1400" b="0" i="1" dirty="0" err="1">
                <a:solidFill>
                  <a:schemeClr val="tx1"/>
                </a:solidFill>
              </a:rPr>
              <a:t>sn</a:t>
            </a:r>
            <a:r>
              <a:rPr lang="en-US" sz="1400" b="0" i="1" dirty="0">
                <a:solidFill>
                  <a:schemeClr val="tx1"/>
                </a:solidFill>
              </a:rPr>
              <a:t> </a:t>
            </a:r>
            <a:r>
              <a:rPr lang="en-US" sz="1400" b="0" dirty="0">
                <a:solidFill>
                  <a:schemeClr val="tx1"/>
                </a:solidFill>
              </a:rPr>
              <a:t>package prior to installing </a:t>
            </a:r>
            <a:r>
              <a:rPr lang="en-US" sz="1400" b="0" i="1" dirty="0" err="1">
                <a:solidFill>
                  <a:schemeClr val="tx1"/>
                </a:solidFill>
              </a:rPr>
              <a:t>VETravelDemandWFH</a:t>
            </a:r>
            <a:r>
              <a:rPr lang="en-US" sz="1400" b="0" dirty="0">
                <a:solidFill>
                  <a:schemeClr val="tx1"/>
                </a:solidFill>
              </a:rPr>
              <a:t>.</a:t>
            </a:r>
          </a:p>
          <a:p>
            <a:pPr marL="285750" indent="-285750">
              <a:buFont typeface="Arial" panose="020B0604020202020204" pitchFamily="34" charset="0"/>
              <a:buChar char="•"/>
            </a:pPr>
            <a:r>
              <a:rPr lang="en-US" sz="1400" b="0" dirty="0">
                <a:solidFill>
                  <a:schemeClr val="tx1"/>
                </a:solidFill>
              </a:rPr>
              <a:t>Using this method will install the packages directly into the VE Library of the built runtime</a:t>
            </a:r>
            <a:endParaRPr lang="en-US" sz="1400" dirty="0"/>
          </a:p>
          <a:p>
            <a:endParaRPr lang="en-US" b="0" dirty="0">
              <a:solidFill>
                <a:schemeClr val="tx1"/>
              </a:solidFill>
            </a:endParaRPr>
          </a:p>
          <a:p>
            <a:endParaRPr lang="en-US" b="0" dirty="0">
              <a:solidFill>
                <a:schemeClr val="tx1"/>
              </a:solidFill>
            </a:endParaRPr>
          </a:p>
          <a:p>
            <a:endParaRPr lang="en-US" dirty="0">
              <a:solidFill>
                <a:schemeClr val="tx1"/>
              </a:solidFill>
            </a:endParaRPr>
          </a:p>
        </p:txBody>
      </p:sp>
      <p:sp>
        <p:nvSpPr>
          <p:cNvPr id="3" name="Title 2">
            <a:extLst>
              <a:ext uri="{FF2B5EF4-FFF2-40B4-BE49-F238E27FC236}">
                <a16:creationId xmlns:a16="http://schemas.microsoft.com/office/drawing/2014/main" id="{0D7D0D45-A175-4002-4248-B98FAB829ADE}"/>
              </a:ext>
            </a:extLst>
          </p:cNvPr>
          <p:cNvSpPr>
            <a:spLocks noGrp="1"/>
          </p:cNvSpPr>
          <p:nvPr>
            <p:ph type="title"/>
          </p:nvPr>
        </p:nvSpPr>
        <p:spPr>
          <a:xfrm>
            <a:off x="838200" y="342153"/>
            <a:ext cx="10515600" cy="480131"/>
          </a:xfrm>
        </p:spPr>
        <p:txBody>
          <a:bodyPr/>
          <a:lstStyle/>
          <a:p>
            <a:r>
              <a:rPr lang="en-US" dirty="0">
                <a:solidFill>
                  <a:schemeClr val="bg2"/>
                </a:solidFill>
              </a:rPr>
              <a:t>Step 3 cont’d: </a:t>
            </a:r>
            <a:r>
              <a:rPr lang="en-US" dirty="0"/>
              <a:t>Install Packages to the VE Library manually</a:t>
            </a:r>
          </a:p>
        </p:txBody>
      </p:sp>
      <p:pic>
        <p:nvPicPr>
          <p:cNvPr id="11" name="Picture 10">
            <a:extLst>
              <a:ext uri="{FF2B5EF4-FFF2-40B4-BE49-F238E27FC236}">
                <a16:creationId xmlns:a16="http://schemas.microsoft.com/office/drawing/2014/main" id="{E27C658A-8273-438D-CDD1-D111AAC36AF0}"/>
              </a:ext>
            </a:extLst>
          </p:cNvPr>
          <p:cNvPicPr>
            <a:picLocks noChangeAspect="1"/>
          </p:cNvPicPr>
          <p:nvPr/>
        </p:nvPicPr>
        <p:blipFill rotWithShape="1">
          <a:blip r:embed="rId2"/>
          <a:srcRect b="43051"/>
          <a:stretch/>
        </p:blipFill>
        <p:spPr>
          <a:xfrm>
            <a:off x="1106409" y="2215107"/>
            <a:ext cx="7768647" cy="677969"/>
          </a:xfrm>
          <a:prstGeom prst="rect">
            <a:avLst/>
          </a:prstGeom>
        </p:spPr>
      </p:pic>
    </p:spTree>
    <p:extLst>
      <p:ext uri="{BB962C8B-B14F-4D97-AF65-F5344CB8AC3E}">
        <p14:creationId xmlns:p14="http://schemas.microsoft.com/office/powerpoint/2010/main" val="4102607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7</a:t>
            </a:fld>
            <a:endParaRPr lang="en-US"/>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580153"/>
            <a:ext cx="10515600" cy="480131"/>
          </a:xfrm>
        </p:spPr>
        <p:txBody>
          <a:bodyPr/>
          <a:lstStyle/>
          <a:p>
            <a:r>
              <a:rPr lang="en-US" dirty="0">
                <a:solidFill>
                  <a:schemeClr val="bg2"/>
                </a:solidFill>
              </a:rPr>
              <a:t>Step 4: </a:t>
            </a:r>
            <a:r>
              <a:rPr lang="en-US" dirty="0"/>
              <a:t>Install and run a VE Model</a:t>
            </a:r>
          </a:p>
        </p:txBody>
      </p:sp>
      <p:sp>
        <p:nvSpPr>
          <p:cNvPr id="4" name="Text Placeholder 3">
            <a:extLst>
              <a:ext uri="{FF2B5EF4-FFF2-40B4-BE49-F238E27FC236}">
                <a16:creationId xmlns:a16="http://schemas.microsoft.com/office/drawing/2014/main" id="{FCED4F34-6688-6D88-41CC-129BA3C90C9A}"/>
              </a:ext>
            </a:extLst>
          </p:cNvPr>
          <p:cNvSpPr>
            <a:spLocks noGrp="1"/>
          </p:cNvSpPr>
          <p:nvPr>
            <p:ph type="body" sz="quarter" idx="12"/>
          </p:nvPr>
        </p:nvSpPr>
        <p:spPr>
          <a:xfrm>
            <a:off x="838200" y="1600200"/>
            <a:ext cx="10515600" cy="1400383"/>
          </a:xfrm>
        </p:spPr>
        <p:txBody>
          <a:bodyPr/>
          <a:lstStyle/>
          <a:p>
            <a:r>
              <a:rPr lang="en-US" dirty="0"/>
              <a:t>4.1 </a:t>
            </a:r>
            <a:r>
              <a:rPr lang="en-US" b="0" dirty="0">
                <a:solidFill>
                  <a:schemeClr val="tx1"/>
                </a:solidFill>
              </a:rPr>
              <a:t>Open the </a:t>
            </a:r>
            <a:r>
              <a:rPr lang="en-US" b="0" dirty="0" err="1">
                <a:solidFill>
                  <a:schemeClr val="tx1"/>
                </a:solidFill>
              </a:rPr>
              <a:t>VisionEval</a:t>
            </a:r>
            <a:r>
              <a:rPr lang="en-US" b="0" dirty="0">
                <a:solidFill>
                  <a:schemeClr val="tx1"/>
                </a:solidFill>
              </a:rPr>
              <a:t> R project in </a:t>
            </a:r>
            <a:r>
              <a:rPr lang="it-IT" dirty="0">
                <a:solidFill>
                  <a:schemeClr val="tx1"/>
                </a:solidFill>
              </a:rPr>
              <a:t>...VisionEval-Dev/built/visioneval/{Rversion}/runtime</a:t>
            </a:r>
          </a:p>
          <a:p>
            <a:pPr marL="285750" indent="-285750">
              <a:buFont typeface="Arial" panose="020B0604020202020204" pitchFamily="34" charset="0"/>
              <a:buChar char="•"/>
            </a:pPr>
            <a:r>
              <a:rPr lang="en-US" sz="1400" b="0" dirty="0">
                <a:solidFill>
                  <a:schemeClr val="tx1"/>
                </a:solidFill>
                <a:latin typeface="Arial"/>
                <a:cs typeface="Arial"/>
              </a:rPr>
              <a:t>Open "C:\VisionEval-Dev\built\visioneval\4.3.3\runtime\VisionEval.Rproj"</a:t>
            </a:r>
            <a:endParaRPr lang="en-US" sz="1400" b="0" dirty="0">
              <a:solidFill>
                <a:schemeClr val="tx1"/>
              </a:solidFill>
            </a:endParaRPr>
          </a:p>
          <a:p>
            <a:pPr marL="285750" indent="-285750">
              <a:buFont typeface="Arial" panose="020B0604020202020204" pitchFamily="34" charset="0"/>
              <a:buChar char="•"/>
            </a:pPr>
            <a:r>
              <a:rPr lang="en-US" sz="1400" b="0" dirty="0">
                <a:solidFill>
                  <a:schemeClr val="tx1"/>
                </a:solidFill>
                <a:latin typeface="Arial"/>
                <a:cs typeface="Arial"/>
              </a:rPr>
              <a:t>R Studio should open to the Runtime environment for </a:t>
            </a:r>
            <a:r>
              <a:rPr lang="en-US" sz="1400" b="0" dirty="0" err="1">
                <a:solidFill>
                  <a:schemeClr val="tx1"/>
                </a:solidFill>
                <a:latin typeface="Arial"/>
                <a:cs typeface="Arial"/>
              </a:rPr>
              <a:t>VisionEval</a:t>
            </a:r>
            <a:r>
              <a:rPr lang="en-US" sz="1400" b="0" dirty="0">
                <a:solidFill>
                  <a:schemeClr val="tx1"/>
                </a:solidFill>
                <a:latin typeface="Arial"/>
                <a:cs typeface="Arial"/>
              </a:rPr>
              <a:t>.</a:t>
            </a:r>
            <a:endParaRPr lang="en-US" sz="1400" b="0" dirty="0">
              <a:solidFill>
                <a:schemeClr val="tx1"/>
              </a:solidFill>
            </a:endParaRPr>
          </a:p>
          <a:p>
            <a:endParaRPr lang="en-US" dirty="0">
              <a:solidFill>
                <a:schemeClr val="tx1"/>
              </a:solidFill>
            </a:endParaRPr>
          </a:p>
        </p:txBody>
      </p:sp>
      <p:grpSp>
        <p:nvGrpSpPr>
          <p:cNvPr id="13" name="Group 12">
            <a:extLst>
              <a:ext uri="{FF2B5EF4-FFF2-40B4-BE49-F238E27FC236}">
                <a16:creationId xmlns:a16="http://schemas.microsoft.com/office/drawing/2014/main" id="{A815485D-BDAA-2A8C-7456-3BFBC711AE15}"/>
              </a:ext>
            </a:extLst>
          </p:cNvPr>
          <p:cNvGrpSpPr/>
          <p:nvPr/>
        </p:nvGrpSpPr>
        <p:grpSpPr>
          <a:xfrm>
            <a:off x="4213960" y="2870200"/>
            <a:ext cx="3424572" cy="3038100"/>
            <a:chOff x="4213960" y="2844800"/>
            <a:chExt cx="3424572" cy="3038100"/>
          </a:xfrm>
        </p:grpSpPr>
        <p:pic>
          <p:nvPicPr>
            <p:cNvPr id="9" name="Picture 8">
              <a:extLst>
                <a:ext uri="{FF2B5EF4-FFF2-40B4-BE49-F238E27FC236}">
                  <a16:creationId xmlns:a16="http://schemas.microsoft.com/office/drawing/2014/main" id="{5EAC6A5F-97B8-5536-2CC3-1505C3BB89DC}"/>
                </a:ext>
              </a:extLst>
            </p:cNvPr>
            <p:cNvPicPr>
              <a:picLocks noChangeAspect="1"/>
            </p:cNvPicPr>
            <p:nvPr/>
          </p:nvPicPr>
          <p:blipFill>
            <a:blip r:embed="rId2"/>
            <a:stretch>
              <a:fillRect/>
            </a:stretch>
          </p:blipFill>
          <p:spPr>
            <a:xfrm>
              <a:off x="4213960" y="2844800"/>
              <a:ext cx="3424572" cy="3038100"/>
            </a:xfrm>
            <a:prstGeom prst="rect">
              <a:avLst/>
            </a:prstGeom>
            <a:ln>
              <a:solidFill>
                <a:schemeClr val="tx1"/>
              </a:solidFill>
            </a:ln>
          </p:spPr>
        </p:pic>
        <p:sp>
          <p:nvSpPr>
            <p:cNvPr id="12" name="Rectangle 11">
              <a:extLst>
                <a:ext uri="{FF2B5EF4-FFF2-40B4-BE49-F238E27FC236}">
                  <a16:creationId xmlns:a16="http://schemas.microsoft.com/office/drawing/2014/main" id="{5E8C9261-70C2-1963-AC5C-CE7957E3CCE7}"/>
                </a:ext>
              </a:extLst>
            </p:cNvPr>
            <p:cNvSpPr/>
            <p:nvPr/>
          </p:nvSpPr>
          <p:spPr>
            <a:xfrm>
              <a:off x="4213960" y="5562600"/>
              <a:ext cx="3424572" cy="228600"/>
            </a:xfrm>
            <a:prstGeom prst="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2984656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B97DA-7E37-F319-B726-ED1A2550C7A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0CAC652-8AB6-7F4A-8649-0DEB80C19170}"/>
              </a:ext>
            </a:extLst>
          </p:cNvPr>
          <p:cNvSpPr>
            <a:spLocks noGrp="1"/>
          </p:cNvSpPr>
          <p:nvPr>
            <p:ph type="title"/>
          </p:nvPr>
        </p:nvSpPr>
        <p:spPr>
          <a:xfrm>
            <a:off x="838201" y="580153"/>
            <a:ext cx="10515600" cy="480131"/>
          </a:xfrm>
        </p:spPr>
        <p:txBody>
          <a:bodyPr/>
          <a:lstStyle/>
          <a:p>
            <a:r>
              <a:rPr lang="en-US" dirty="0">
                <a:solidFill>
                  <a:schemeClr val="bg2"/>
                </a:solidFill>
              </a:rPr>
              <a:t>Step 5: </a:t>
            </a:r>
            <a:r>
              <a:rPr lang="en-US" dirty="0"/>
              <a:t>Install and run a VE Model</a:t>
            </a:r>
          </a:p>
        </p:txBody>
      </p:sp>
      <p:sp>
        <p:nvSpPr>
          <p:cNvPr id="5" name="Text Placeholder 4">
            <a:extLst>
              <a:ext uri="{FF2B5EF4-FFF2-40B4-BE49-F238E27FC236}">
                <a16:creationId xmlns:a16="http://schemas.microsoft.com/office/drawing/2014/main" id="{0D47BB76-8B4B-417D-0135-C56CCEEBF52C}"/>
              </a:ext>
            </a:extLst>
          </p:cNvPr>
          <p:cNvSpPr>
            <a:spLocks noGrp="1"/>
          </p:cNvSpPr>
          <p:nvPr>
            <p:ph type="body" sz="quarter" idx="13"/>
          </p:nvPr>
        </p:nvSpPr>
        <p:spPr>
          <a:xfrm>
            <a:off x="852444" y="1833375"/>
            <a:ext cx="6245904" cy="4109546"/>
          </a:xfrm>
        </p:spPr>
        <p:txBody>
          <a:bodyPr vert="horz" lIns="0" tIns="45720" rIns="0" bIns="45720" rtlCol="0" anchor="t">
            <a:noAutofit/>
          </a:bodyPr>
          <a:lstStyle/>
          <a:p>
            <a:pPr>
              <a:lnSpc>
                <a:spcPct val="110000"/>
              </a:lnSpc>
            </a:pPr>
            <a:r>
              <a:rPr lang="en-US" sz="1400"/>
              <a:t>To view the available VE variants enter </a:t>
            </a:r>
            <a:r>
              <a:rPr lang="en-US" sz="1400" i="1" err="1"/>
              <a:t>showModelIndex</a:t>
            </a:r>
            <a:r>
              <a:rPr lang="en-US" sz="1400" i="1"/>
              <a:t>(). </a:t>
            </a:r>
          </a:p>
          <a:p>
            <a:pPr>
              <a:lnSpc>
                <a:spcPct val="110000"/>
              </a:lnSpc>
            </a:pPr>
            <a:endParaRPr lang="en-US" sz="1400"/>
          </a:p>
          <a:p>
            <a:pPr>
              <a:lnSpc>
                <a:spcPct val="110000"/>
              </a:lnSpc>
            </a:pPr>
            <a:endParaRPr lang="en-US" sz="1400"/>
          </a:p>
          <a:p>
            <a:pPr>
              <a:lnSpc>
                <a:spcPct val="110000"/>
              </a:lnSpc>
            </a:pPr>
            <a:endParaRPr lang="en-US" sz="1400"/>
          </a:p>
          <a:p>
            <a:pPr>
              <a:lnSpc>
                <a:spcPct val="110000"/>
              </a:lnSpc>
            </a:pPr>
            <a:endParaRPr lang="en-US" sz="1400"/>
          </a:p>
          <a:p>
            <a:pPr>
              <a:lnSpc>
                <a:spcPct val="110000"/>
              </a:lnSpc>
            </a:pPr>
            <a:endParaRPr lang="en-US" sz="1400"/>
          </a:p>
          <a:p>
            <a:pPr marL="0" indent="0">
              <a:lnSpc>
                <a:spcPct val="110000"/>
              </a:lnSpc>
              <a:buNone/>
            </a:pPr>
            <a:endParaRPr lang="en-US" sz="1400"/>
          </a:p>
          <a:p>
            <a:pPr marL="0" indent="0">
              <a:buNone/>
            </a:pPr>
            <a:endParaRPr lang="en-US" sz="1400">
              <a:latin typeface="Arial"/>
              <a:cs typeface="Arial"/>
            </a:endParaRPr>
          </a:p>
          <a:p>
            <a:endParaRPr lang="en-US" sz="1400">
              <a:latin typeface="Arial"/>
              <a:cs typeface="Arial"/>
            </a:endParaRPr>
          </a:p>
          <a:p>
            <a:r>
              <a:rPr lang="en-US" sz="1400">
                <a:latin typeface="Arial"/>
                <a:cs typeface="Arial"/>
              </a:rPr>
              <a:t>Select a variant and install using the following </a:t>
            </a:r>
            <a:r>
              <a:rPr lang="en-US" sz="1400" i="1" err="1">
                <a:latin typeface="Arial"/>
                <a:cs typeface="Arial"/>
              </a:rPr>
              <a:t>installModel</a:t>
            </a:r>
            <a:r>
              <a:rPr lang="en-US" sz="1400" i="1">
                <a:latin typeface="Arial"/>
                <a:cs typeface="Arial"/>
              </a:rPr>
              <a:t> </a:t>
            </a:r>
            <a:r>
              <a:rPr lang="en-US" sz="1400">
                <a:latin typeface="Arial"/>
                <a:cs typeface="Arial"/>
              </a:rPr>
              <a:t>command structure:</a:t>
            </a:r>
          </a:p>
          <a:p>
            <a:pPr lvl="1"/>
            <a:r>
              <a:rPr lang="en-US" sz="1400" i="1" err="1">
                <a:latin typeface="Arial"/>
                <a:cs typeface="Arial"/>
              </a:rPr>
              <a:t>installModel</a:t>
            </a:r>
            <a:r>
              <a:rPr lang="en-US" sz="1400" i="1">
                <a:latin typeface="Arial"/>
                <a:cs typeface="Arial"/>
              </a:rPr>
              <a:t>(“VERSPM”, “base”)</a:t>
            </a:r>
            <a:r>
              <a:rPr lang="en-US" sz="1400">
                <a:latin typeface="Arial"/>
                <a:cs typeface="Arial"/>
              </a:rPr>
              <a:t>, and enter “y” when prompted</a:t>
            </a:r>
            <a:endParaRPr lang="en-US" sz="1400" i="1">
              <a:latin typeface="Arial"/>
              <a:cs typeface="Arial"/>
            </a:endParaRPr>
          </a:p>
        </p:txBody>
      </p:sp>
      <p:sp>
        <p:nvSpPr>
          <p:cNvPr id="8" name="Text Placeholder 7">
            <a:extLst>
              <a:ext uri="{FF2B5EF4-FFF2-40B4-BE49-F238E27FC236}">
                <a16:creationId xmlns:a16="http://schemas.microsoft.com/office/drawing/2014/main" id="{EFB90287-6496-8717-B32E-348B7146CA14}"/>
              </a:ext>
            </a:extLst>
          </p:cNvPr>
          <p:cNvSpPr>
            <a:spLocks noGrp="1"/>
          </p:cNvSpPr>
          <p:nvPr>
            <p:ph type="body" sz="quarter" idx="12"/>
          </p:nvPr>
        </p:nvSpPr>
        <p:spPr>
          <a:xfrm>
            <a:off x="838200" y="1473200"/>
            <a:ext cx="10515600" cy="338554"/>
          </a:xfrm>
        </p:spPr>
        <p:txBody>
          <a:bodyPr vert="horz" wrap="square" lIns="0" tIns="45720" rIns="0" bIns="45720" rtlCol="0" anchor="t">
            <a:spAutoFit/>
          </a:bodyPr>
          <a:lstStyle/>
          <a:p>
            <a:r>
              <a:rPr lang="en-US" dirty="0">
                <a:latin typeface="Arial"/>
                <a:cs typeface="Arial"/>
              </a:rPr>
              <a:t>5.1 </a:t>
            </a:r>
            <a:r>
              <a:rPr lang="en-US" b="0" dirty="0">
                <a:solidFill>
                  <a:schemeClr val="tx1"/>
                </a:solidFill>
                <a:latin typeface="Arial"/>
                <a:cs typeface="Arial"/>
              </a:rPr>
              <a:t>Install </a:t>
            </a:r>
            <a:r>
              <a:rPr lang="en-US" b="0" dirty="0" err="1">
                <a:solidFill>
                  <a:schemeClr val="tx1"/>
                </a:solidFill>
                <a:latin typeface="Arial"/>
                <a:cs typeface="Arial"/>
              </a:rPr>
              <a:t>VERSPM</a:t>
            </a:r>
            <a:r>
              <a:rPr lang="en-US" b="0" dirty="0">
                <a:solidFill>
                  <a:schemeClr val="tx1"/>
                </a:solidFill>
                <a:latin typeface="Arial"/>
                <a:cs typeface="Arial"/>
              </a:rPr>
              <a:t> variant</a:t>
            </a:r>
            <a:endParaRPr lang="en-US" b="0" dirty="0">
              <a:solidFill>
                <a:schemeClr val="tx1"/>
              </a:solidFill>
            </a:endParaRPr>
          </a:p>
        </p:txBody>
      </p:sp>
      <p:sp>
        <p:nvSpPr>
          <p:cNvPr id="7" name="Rectangle: Rounded Corners 6">
            <a:extLst>
              <a:ext uri="{FF2B5EF4-FFF2-40B4-BE49-F238E27FC236}">
                <a16:creationId xmlns:a16="http://schemas.microsoft.com/office/drawing/2014/main" id="{8C796AB4-F0FD-CB7B-7E66-0FC9C213CA03}"/>
              </a:ext>
            </a:extLst>
          </p:cNvPr>
          <p:cNvSpPr/>
          <p:nvPr/>
        </p:nvSpPr>
        <p:spPr>
          <a:xfrm>
            <a:off x="7517447" y="1769477"/>
            <a:ext cx="3686834" cy="1259894"/>
          </a:xfrm>
          <a:prstGeom prst="roundRect">
            <a:avLst/>
          </a:prstGeom>
          <a:solidFill>
            <a:schemeClr val="bg1">
              <a:lumMod val="95000"/>
            </a:schemeClr>
          </a:solidFill>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a:solidFill>
                  <a:schemeClr val="tx1"/>
                </a:solidFill>
                <a:cs typeface="Arial"/>
              </a:rPr>
              <a:t>Variants </a:t>
            </a:r>
            <a:r>
              <a:rPr lang="en-US" sz="1400">
                <a:solidFill>
                  <a:schemeClr val="tx1"/>
                </a:solidFill>
                <a:cs typeface="Arial"/>
              </a:rPr>
              <a:t>are specific </a:t>
            </a:r>
            <a:r>
              <a:rPr lang="en-US" sz="1400" err="1">
                <a:solidFill>
                  <a:schemeClr val="tx1"/>
                </a:solidFill>
                <a:cs typeface="Arial"/>
              </a:rPr>
              <a:t>VisionEval</a:t>
            </a:r>
            <a:r>
              <a:rPr lang="en-US" sz="1400">
                <a:solidFill>
                  <a:schemeClr val="tx1"/>
                </a:solidFill>
                <a:cs typeface="Arial"/>
              </a:rPr>
              <a:t> models with unique run scripts, input files, and packages that are called during the </a:t>
            </a:r>
            <a:r>
              <a:rPr lang="en-US" sz="1400" err="1">
                <a:solidFill>
                  <a:schemeClr val="tx1"/>
                </a:solidFill>
                <a:cs typeface="Arial"/>
              </a:rPr>
              <a:t>run_model.R</a:t>
            </a:r>
            <a:r>
              <a:rPr lang="en-US" sz="1400">
                <a:solidFill>
                  <a:schemeClr val="tx1"/>
                </a:solidFill>
                <a:cs typeface="Arial"/>
              </a:rPr>
              <a:t> script.</a:t>
            </a:r>
          </a:p>
        </p:txBody>
      </p:sp>
      <p:pic>
        <p:nvPicPr>
          <p:cNvPr id="16" name="Picture 15">
            <a:extLst>
              <a:ext uri="{FF2B5EF4-FFF2-40B4-BE49-F238E27FC236}">
                <a16:creationId xmlns:a16="http://schemas.microsoft.com/office/drawing/2014/main" id="{55B89395-AB11-0747-7F4C-FDDC83EC0036}"/>
              </a:ext>
            </a:extLst>
          </p:cNvPr>
          <p:cNvPicPr>
            <a:picLocks noChangeAspect="1"/>
          </p:cNvPicPr>
          <p:nvPr/>
        </p:nvPicPr>
        <p:blipFill>
          <a:blip r:embed="rId2"/>
          <a:stretch>
            <a:fillRect/>
          </a:stretch>
        </p:blipFill>
        <p:spPr>
          <a:xfrm>
            <a:off x="1841500" y="7085181"/>
            <a:ext cx="3924300" cy="950732"/>
          </a:xfrm>
          <a:prstGeom prst="rect">
            <a:avLst/>
          </a:prstGeom>
        </p:spPr>
      </p:pic>
      <p:pic>
        <p:nvPicPr>
          <p:cNvPr id="4" name="Picture 3">
            <a:extLst>
              <a:ext uri="{FF2B5EF4-FFF2-40B4-BE49-F238E27FC236}">
                <a16:creationId xmlns:a16="http://schemas.microsoft.com/office/drawing/2014/main" id="{09C2F87B-C2ED-F726-04EF-32DC4BB34A2E}"/>
              </a:ext>
            </a:extLst>
          </p:cNvPr>
          <p:cNvPicPr>
            <a:picLocks noChangeAspect="1"/>
          </p:cNvPicPr>
          <p:nvPr/>
        </p:nvPicPr>
        <p:blipFill>
          <a:blip r:embed="rId3"/>
          <a:stretch>
            <a:fillRect/>
          </a:stretch>
        </p:blipFill>
        <p:spPr>
          <a:xfrm>
            <a:off x="1544004" y="2224670"/>
            <a:ext cx="3722940" cy="2874479"/>
          </a:xfrm>
          <a:prstGeom prst="rect">
            <a:avLst/>
          </a:prstGeom>
        </p:spPr>
      </p:pic>
    </p:spTree>
    <p:extLst>
      <p:ext uri="{BB962C8B-B14F-4D97-AF65-F5344CB8AC3E}">
        <p14:creationId xmlns:p14="http://schemas.microsoft.com/office/powerpoint/2010/main" val="592064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9</a:t>
            </a:fld>
            <a:endParaRPr lang="en-US"/>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580153"/>
            <a:ext cx="10515600" cy="480131"/>
          </a:xfrm>
        </p:spPr>
        <p:txBody>
          <a:bodyPr/>
          <a:lstStyle/>
          <a:p>
            <a:r>
              <a:rPr lang="en-US" dirty="0">
                <a:solidFill>
                  <a:schemeClr val="bg2"/>
                </a:solidFill>
              </a:rPr>
              <a:t>Step 5 (cont’d): </a:t>
            </a:r>
            <a:r>
              <a:rPr lang="en-US" dirty="0"/>
              <a:t>Install and run a VE Model</a:t>
            </a:r>
          </a:p>
        </p:txBody>
      </p:sp>
      <p:sp>
        <p:nvSpPr>
          <p:cNvPr id="4" name="Text Placeholder 3">
            <a:extLst>
              <a:ext uri="{FF2B5EF4-FFF2-40B4-BE49-F238E27FC236}">
                <a16:creationId xmlns:a16="http://schemas.microsoft.com/office/drawing/2014/main" id="{FCED4F34-6688-6D88-41CC-129BA3C90C9A}"/>
              </a:ext>
            </a:extLst>
          </p:cNvPr>
          <p:cNvSpPr>
            <a:spLocks noGrp="1"/>
          </p:cNvSpPr>
          <p:nvPr>
            <p:ph type="body" sz="quarter" idx="12"/>
          </p:nvPr>
        </p:nvSpPr>
        <p:spPr>
          <a:xfrm>
            <a:off x="838200" y="1600200"/>
            <a:ext cx="10515600" cy="338554"/>
          </a:xfrm>
        </p:spPr>
        <p:txBody>
          <a:bodyPr vert="horz" wrap="square" lIns="0" tIns="45720" rIns="0" bIns="45720" rtlCol="0" anchor="t">
            <a:spAutoFit/>
          </a:bodyPr>
          <a:lstStyle/>
          <a:p>
            <a:r>
              <a:rPr lang="en-US" dirty="0">
                <a:latin typeface="Arial"/>
                <a:cs typeface="Arial"/>
              </a:rPr>
              <a:t>5.2 </a:t>
            </a:r>
            <a:r>
              <a:rPr lang="en-US" b="0" dirty="0">
                <a:solidFill>
                  <a:schemeClr val="tx1"/>
                </a:solidFill>
                <a:latin typeface="Arial"/>
                <a:cs typeface="Arial"/>
              </a:rPr>
              <a:t>Set the Model Configuration</a:t>
            </a:r>
            <a:endParaRPr lang="en-US" b="0" dirty="0">
              <a:solidFill>
                <a:schemeClr val="tx1"/>
              </a:solidFill>
            </a:endParaRPr>
          </a:p>
        </p:txBody>
      </p:sp>
      <p:sp>
        <p:nvSpPr>
          <p:cNvPr id="11" name="Text Placeholder 4">
            <a:extLst>
              <a:ext uri="{FF2B5EF4-FFF2-40B4-BE49-F238E27FC236}">
                <a16:creationId xmlns:a16="http://schemas.microsoft.com/office/drawing/2014/main" id="{F7010405-61DE-00D4-1A32-840EB40F0E95}"/>
              </a:ext>
            </a:extLst>
          </p:cNvPr>
          <p:cNvSpPr>
            <a:spLocks noGrp="1"/>
          </p:cNvSpPr>
          <p:nvPr>
            <p:ph type="body" sz="quarter" idx="13"/>
          </p:nvPr>
        </p:nvSpPr>
        <p:spPr>
          <a:xfrm>
            <a:off x="838200" y="2109926"/>
            <a:ext cx="3692754" cy="3802359"/>
          </a:xfrm>
        </p:spPr>
        <p:txBody>
          <a:bodyPr vert="horz" lIns="0" tIns="45720" rIns="0" bIns="45720" rtlCol="0" anchor="t">
            <a:noAutofit/>
          </a:bodyPr>
          <a:lstStyle/>
          <a:p>
            <a:r>
              <a:rPr lang="en-US" sz="1400" dirty="0">
                <a:latin typeface="Arial"/>
                <a:cs typeface="Arial"/>
              </a:rPr>
              <a:t>After the model has been installed. Three folders are added to the </a:t>
            </a:r>
            <a:r>
              <a:rPr lang="en-US" sz="1400" i="1" dirty="0">
                <a:latin typeface="Arial"/>
                <a:cs typeface="Arial"/>
              </a:rPr>
              <a:t>models/ "name of installed model"</a:t>
            </a:r>
            <a:endParaRPr lang="en-US" sz="1400" i="1" dirty="0"/>
          </a:p>
          <a:p>
            <a:r>
              <a:rPr lang="en-US" sz="1400" dirty="0">
                <a:latin typeface="Arial"/>
                <a:cs typeface="Arial"/>
              </a:rPr>
              <a:t>Open up the</a:t>
            </a:r>
            <a:r>
              <a:rPr lang="en-US" sz="1400" i="1" dirty="0">
                <a:latin typeface="Arial"/>
                <a:cs typeface="Arial"/>
              </a:rPr>
              <a:t> </a:t>
            </a:r>
            <a:r>
              <a:rPr lang="en-US" sz="1400" b="1" i="1" dirty="0">
                <a:latin typeface="Arial"/>
                <a:cs typeface="Arial"/>
              </a:rPr>
              <a:t>.</a:t>
            </a:r>
            <a:r>
              <a:rPr lang="en-US" sz="1400" b="1" i="1" dirty="0" err="1">
                <a:latin typeface="Arial"/>
                <a:cs typeface="Arial"/>
              </a:rPr>
              <a:t>cnf</a:t>
            </a:r>
            <a:r>
              <a:rPr lang="en-US" sz="1400" b="1" i="1" dirty="0">
                <a:latin typeface="Arial"/>
                <a:cs typeface="Arial"/>
              </a:rPr>
              <a:t> file.</a:t>
            </a:r>
            <a:r>
              <a:rPr lang="en-US" sz="1400" i="1" dirty="0">
                <a:latin typeface="Arial"/>
                <a:cs typeface="Arial"/>
              </a:rPr>
              <a:t>  </a:t>
            </a:r>
            <a:r>
              <a:rPr lang="en-US" sz="1400" dirty="0">
                <a:latin typeface="Arial"/>
                <a:cs typeface="Arial"/>
              </a:rPr>
              <a:t>This file provides background information on the model variant. Most importantly it includes information on the base year of the model and the model years it will include when it runs. </a:t>
            </a:r>
          </a:p>
          <a:p>
            <a:r>
              <a:rPr lang="en-US" sz="1400" dirty="0">
                <a:latin typeface="Arial"/>
                <a:cs typeface="Arial"/>
              </a:rPr>
              <a:t>The example shows the two years of 2010 and 2038 being run. Additional years can be run (as long as inputs have been provided). Note – the base year model year needs to be included in the "Years". </a:t>
            </a:r>
          </a:p>
        </p:txBody>
      </p:sp>
      <p:pic>
        <p:nvPicPr>
          <p:cNvPr id="6" name="Picture 5">
            <a:extLst>
              <a:ext uri="{FF2B5EF4-FFF2-40B4-BE49-F238E27FC236}">
                <a16:creationId xmlns:a16="http://schemas.microsoft.com/office/drawing/2014/main" id="{420EA430-5901-4416-5E45-28AD8BD25404}"/>
              </a:ext>
            </a:extLst>
          </p:cNvPr>
          <p:cNvPicPr>
            <a:picLocks noChangeAspect="1"/>
          </p:cNvPicPr>
          <p:nvPr/>
        </p:nvPicPr>
        <p:blipFill>
          <a:blip r:embed="rId2"/>
          <a:stretch>
            <a:fillRect/>
          </a:stretch>
        </p:blipFill>
        <p:spPr>
          <a:xfrm>
            <a:off x="9010649" y="580153"/>
            <a:ext cx="2343150" cy="1743075"/>
          </a:xfrm>
          <a:prstGeom prst="rect">
            <a:avLst/>
          </a:prstGeom>
          <a:ln>
            <a:solidFill>
              <a:schemeClr val="tx1"/>
            </a:solidFill>
          </a:ln>
        </p:spPr>
      </p:pic>
      <p:pic>
        <p:nvPicPr>
          <p:cNvPr id="8" name="Picture 7">
            <a:extLst>
              <a:ext uri="{FF2B5EF4-FFF2-40B4-BE49-F238E27FC236}">
                <a16:creationId xmlns:a16="http://schemas.microsoft.com/office/drawing/2014/main" id="{9721F633-7B65-44DD-4A55-CBF4C92AF2BA}"/>
              </a:ext>
            </a:extLst>
          </p:cNvPr>
          <p:cNvPicPr>
            <a:picLocks noChangeAspect="1"/>
          </p:cNvPicPr>
          <p:nvPr/>
        </p:nvPicPr>
        <p:blipFill>
          <a:blip r:embed="rId3"/>
          <a:stretch>
            <a:fillRect/>
          </a:stretch>
        </p:blipFill>
        <p:spPr>
          <a:xfrm>
            <a:off x="5241925" y="2471788"/>
            <a:ext cx="6111875" cy="3916560"/>
          </a:xfrm>
          <a:prstGeom prst="rect">
            <a:avLst/>
          </a:prstGeom>
          <a:ln>
            <a:solidFill>
              <a:schemeClr val="tx1"/>
            </a:solidFill>
          </a:ln>
        </p:spPr>
      </p:pic>
      <p:cxnSp>
        <p:nvCxnSpPr>
          <p:cNvPr id="12" name="Connector: Elbow 11">
            <a:extLst>
              <a:ext uri="{FF2B5EF4-FFF2-40B4-BE49-F238E27FC236}">
                <a16:creationId xmlns:a16="http://schemas.microsoft.com/office/drawing/2014/main" id="{F0ECA597-AFCD-0AEA-48FA-B858157CA54B}"/>
              </a:ext>
            </a:extLst>
          </p:cNvPr>
          <p:cNvCxnSpPr>
            <a:cxnSpLocks/>
          </p:cNvCxnSpPr>
          <p:nvPr/>
        </p:nvCxnSpPr>
        <p:spPr>
          <a:xfrm rot="10800000" flipV="1">
            <a:off x="7150100" y="2109925"/>
            <a:ext cx="1752600" cy="323761"/>
          </a:xfrm>
          <a:prstGeom prst="bentConnector3">
            <a:avLst>
              <a:gd name="adj1" fmla="val 10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2638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1B1A0-2343-0D22-1B76-57D87547333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F710CC-0184-2906-6236-5B04C3BD1C03}"/>
              </a:ext>
            </a:extLst>
          </p:cNvPr>
          <p:cNvSpPr>
            <a:spLocks noGrp="1"/>
          </p:cNvSpPr>
          <p:nvPr>
            <p:ph type="sldNum" sz="quarter" idx="10"/>
          </p:nvPr>
        </p:nvSpPr>
        <p:spPr/>
        <p:txBody>
          <a:bodyPr/>
          <a:lstStyle/>
          <a:p>
            <a:fld id="{F4510120-A876-4642-B753-556A5424CAF0}" type="slidenum">
              <a:rPr lang="en-US" smtClean="0"/>
              <a:pPr/>
              <a:t>10</a:t>
            </a:fld>
            <a:endParaRPr lang="en-US"/>
          </a:p>
        </p:txBody>
      </p:sp>
      <p:sp>
        <p:nvSpPr>
          <p:cNvPr id="3" name="Title 2">
            <a:extLst>
              <a:ext uri="{FF2B5EF4-FFF2-40B4-BE49-F238E27FC236}">
                <a16:creationId xmlns:a16="http://schemas.microsoft.com/office/drawing/2014/main" id="{D2A98371-3955-1715-76A7-F01B7259E5E2}"/>
              </a:ext>
            </a:extLst>
          </p:cNvPr>
          <p:cNvSpPr>
            <a:spLocks noGrp="1"/>
          </p:cNvSpPr>
          <p:nvPr>
            <p:ph type="title"/>
          </p:nvPr>
        </p:nvSpPr>
        <p:spPr>
          <a:xfrm>
            <a:off x="838201" y="580153"/>
            <a:ext cx="10515600" cy="480131"/>
          </a:xfrm>
        </p:spPr>
        <p:txBody>
          <a:bodyPr/>
          <a:lstStyle/>
          <a:p>
            <a:r>
              <a:rPr lang="en-US" dirty="0">
                <a:solidFill>
                  <a:schemeClr val="bg2"/>
                </a:solidFill>
              </a:rPr>
              <a:t>Step 5 (cont’d): </a:t>
            </a:r>
            <a:r>
              <a:rPr lang="en-US" dirty="0"/>
              <a:t>Install and run a VE Model</a:t>
            </a:r>
          </a:p>
        </p:txBody>
      </p:sp>
      <p:sp>
        <p:nvSpPr>
          <p:cNvPr id="4" name="Text Placeholder 3">
            <a:extLst>
              <a:ext uri="{FF2B5EF4-FFF2-40B4-BE49-F238E27FC236}">
                <a16:creationId xmlns:a16="http://schemas.microsoft.com/office/drawing/2014/main" id="{C8F28FC0-CFB8-191F-029E-77BF5EBF0BFF}"/>
              </a:ext>
            </a:extLst>
          </p:cNvPr>
          <p:cNvSpPr>
            <a:spLocks noGrp="1"/>
          </p:cNvSpPr>
          <p:nvPr>
            <p:ph type="body" sz="quarter" idx="12"/>
          </p:nvPr>
        </p:nvSpPr>
        <p:spPr>
          <a:xfrm>
            <a:off x="838200" y="1600200"/>
            <a:ext cx="10515600" cy="338554"/>
          </a:xfrm>
        </p:spPr>
        <p:txBody>
          <a:bodyPr vert="horz" wrap="square" lIns="0" tIns="45720" rIns="0" bIns="45720" rtlCol="0" anchor="t">
            <a:spAutoFit/>
          </a:bodyPr>
          <a:lstStyle/>
          <a:p>
            <a:r>
              <a:rPr lang="en-US" dirty="0">
                <a:latin typeface="Arial"/>
                <a:cs typeface="Arial"/>
              </a:rPr>
              <a:t>5.3 </a:t>
            </a:r>
            <a:r>
              <a:rPr lang="en-US" b="0" dirty="0">
                <a:solidFill>
                  <a:schemeClr val="tx1"/>
                </a:solidFill>
                <a:latin typeface="Arial"/>
                <a:cs typeface="Arial"/>
              </a:rPr>
              <a:t>Update model inputs</a:t>
            </a:r>
            <a:endParaRPr lang="en-US" b="0" dirty="0">
              <a:solidFill>
                <a:schemeClr val="tx1"/>
              </a:solidFill>
            </a:endParaRPr>
          </a:p>
        </p:txBody>
      </p:sp>
      <p:sp>
        <p:nvSpPr>
          <p:cNvPr id="11" name="Text Placeholder 4">
            <a:extLst>
              <a:ext uri="{FF2B5EF4-FFF2-40B4-BE49-F238E27FC236}">
                <a16:creationId xmlns:a16="http://schemas.microsoft.com/office/drawing/2014/main" id="{263B4155-0F3D-EB09-47B8-690956051681}"/>
              </a:ext>
            </a:extLst>
          </p:cNvPr>
          <p:cNvSpPr>
            <a:spLocks noGrp="1"/>
          </p:cNvSpPr>
          <p:nvPr>
            <p:ph type="body" sz="quarter" idx="13"/>
          </p:nvPr>
        </p:nvSpPr>
        <p:spPr>
          <a:xfrm>
            <a:off x="838200" y="2109927"/>
            <a:ext cx="3692754" cy="2018126"/>
          </a:xfrm>
        </p:spPr>
        <p:txBody>
          <a:bodyPr vert="horz" lIns="0" tIns="45720" rIns="0" bIns="45720" rtlCol="0" anchor="t">
            <a:noAutofit/>
          </a:bodyPr>
          <a:lstStyle/>
          <a:p>
            <a:r>
              <a:rPr lang="en-US" sz="1400" dirty="0">
                <a:latin typeface="Arial"/>
                <a:cs typeface="Arial"/>
              </a:rPr>
              <a:t>Update input files in the </a:t>
            </a:r>
            <a:r>
              <a:rPr lang="en-US" sz="1400" dirty="0">
                <a:latin typeface="Consolas" panose="020B0609020204030204" pitchFamily="49" charset="0"/>
                <a:cs typeface="Arial"/>
              </a:rPr>
              <a:t>{</a:t>
            </a:r>
            <a:r>
              <a:rPr lang="en-US" sz="1400" dirty="0" err="1">
                <a:latin typeface="Consolas" panose="020B0609020204030204" pitchFamily="49" charset="0"/>
                <a:cs typeface="Arial"/>
              </a:rPr>
              <a:t>model_name</a:t>
            </a:r>
            <a:r>
              <a:rPr lang="en-US" sz="1400" dirty="0">
                <a:latin typeface="Consolas" panose="020B0609020204030204" pitchFamily="49" charset="0"/>
                <a:cs typeface="Arial"/>
              </a:rPr>
              <a:t>}/inputs </a:t>
            </a:r>
            <a:r>
              <a:rPr lang="en-US" sz="1400" dirty="0">
                <a:latin typeface="Arial"/>
                <a:cs typeface="Arial"/>
              </a:rPr>
              <a:t>folder</a:t>
            </a:r>
          </a:p>
          <a:p>
            <a:r>
              <a:rPr lang="en-US" sz="1400" dirty="0">
                <a:latin typeface="Arial"/>
                <a:cs typeface="Arial"/>
              </a:rPr>
              <a:t>Update the </a:t>
            </a:r>
            <a:r>
              <a:rPr lang="en-US" sz="1400" dirty="0" err="1">
                <a:latin typeface="Arial"/>
                <a:cs typeface="Arial"/>
              </a:rPr>
              <a:t>run_model.R</a:t>
            </a:r>
            <a:r>
              <a:rPr lang="en-US" sz="1400" dirty="0">
                <a:latin typeface="Arial"/>
                <a:cs typeface="Arial"/>
              </a:rPr>
              <a:t> script in the </a:t>
            </a:r>
            <a:r>
              <a:rPr lang="en-US" sz="1400" dirty="0">
                <a:latin typeface="Consolas" panose="020B0609020204030204" pitchFamily="49" charset="0"/>
                <a:cs typeface="Arial"/>
              </a:rPr>
              <a:t>{</a:t>
            </a:r>
            <a:r>
              <a:rPr lang="en-US" sz="1400" dirty="0" err="1">
                <a:latin typeface="Consolas" panose="020B0609020204030204" pitchFamily="49" charset="0"/>
                <a:cs typeface="Arial"/>
              </a:rPr>
              <a:t>model_name</a:t>
            </a:r>
            <a:r>
              <a:rPr lang="en-US" sz="1400" dirty="0">
                <a:latin typeface="Consolas" panose="020B0609020204030204" pitchFamily="49" charset="0"/>
                <a:cs typeface="Arial"/>
              </a:rPr>
              <a:t>}/scripts </a:t>
            </a:r>
            <a:r>
              <a:rPr lang="en-US" sz="1400" dirty="0">
                <a:latin typeface="Arial"/>
                <a:cs typeface="Arial"/>
              </a:rPr>
              <a:t>folder to reference the right modules and packages</a:t>
            </a:r>
          </a:p>
          <a:p>
            <a:pPr lvl="1"/>
            <a:r>
              <a:rPr lang="en-US" sz="1400" dirty="0">
                <a:latin typeface="Arial"/>
                <a:cs typeface="Arial"/>
              </a:rPr>
              <a:t>All packages listed in the file must be in the </a:t>
            </a:r>
            <a:r>
              <a:rPr lang="en-US" sz="1400" dirty="0" err="1">
                <a:latin typeface="Consolas" panose="020B0609020204030204" pitchFamily="49" charset="0"/>
                <a:cs typeface="Arial"/>
              </a:rPr>
              <a:t>ve</a:t>
            </a:r>
            <a:r>
              <a:rPr lang="en-US" sz="1400" dirty="0">
                <a:latin typeface="Consolas" panose="020B0609020204030204" pitchFamily="49" charset="0"/>
                <a:cs typeface="Arial"/>
              </a:rPr>
              <a:t>-lib</a:t>
            </a:r>
            <a:r>
              <a:rPr lang="en-US" sz="1400" dirty="0">
                <a:latin typeface="Arial"/>
                <a:cs typeface="Arial"/>
              </a:rPr>
              <a:t> folder</a:t>
            </a:r>
          </a:p>
        </p:txBody>
      </p:sp>
      <p:pic>
        <p:nvPicPr>
          <p:cNvPr id="5" name="Picture 4">
            <a:extLst>
              <a:ext uri="{FF2B5EF4-FFF2-40B4-BE49-F238E27FC236}">
                <a16:creationId xmlns:a16="http://schemas.microsoft.com/office/drawing/2014/main" id="{740EC8A6-A014-9C5B-1928-5C2B0796DF31}"/>
              </a:ext>
            </a:extLst>
          </p:cNvPr>
          <p:cNvPicPr>
            <a:picLocks noChangeAspect="1"/>
          </p:cNvPicPr>
          <p:nvPr/>
        </p:nvPicPr>
        <p:blipFill>
          <a:blip r:embed="rId2"/>
          <a:srcRect t="1592"/>
          <a:stretch>
            <a:fillRect/>
          </a:stretch>
        </p:blipFill>
        <p:spPr>
          <a:xfrm>
            <a:off x="3524769" y="4075183"/>
            <a:ext cx="2289804" cy="2457628"/>
          </a:xfrm>
          <a:prstGeom prst="rect">
            <a:avLst/>
          </a:prstGeom>
          <a:ln>
            <a:solidFill>
              <a:schemeClr val="tx1"/>
            </a:solidFill>
          </a:ln>
        </p:spPr>
      </p:pic>
      <p:sp>
        <p:nvSpPr>
          <p:cNvPr id="9" name="TextBox 8">
            <a:extLst>
              <a:ext uri="{FF2B5EF4-FFF2-40B4-BE49-F238E27FC236}">
                <a16:creationId xmlns:a16="http://schemas.microsoft.com/office/drawing/2014/main" id="{1377D2F2-FC9C-7ABD-B8DD-4B083D8B11BD}"/>
              </a:ext>
            </a:extLst>
          </p:cNvPr>
          <p:cNvSpPr txBox="1"/>
          <p:nvPr/>
        </p:nvSpPr>
        <p:spPr>
          <a:xfrm>
            <a:off x="2684577" y="6309982"/>
            <a:ext cx="816297" cy="276999"/>
          </a:xfrm>
          <a:prstGeom prst="rect">
            <a:avLst/>
          </a:prstGeom>
          <a:noFill/>
        </p:spPr>
        <p:txBody>
          <a:bodyPr wrap="square" rtlCol="0">
            <a:spAutoFit/>
          </a:bodyPr>
          <a:lstStyle/>
          <a:p>
            <a:pPr algn="r"/>
            <a:r>
              <a:rPr lang="en-US" sz="1200" dirty="0"/>
              <a:t>Inputs</a:t>
            </a:r>
          </a:p>
        </p:txBody>
      </p:sp>
      <p:sp>
        <p:nvSpPr>
          <p:cNvPr id="10" name="TextBox 9">
            <a:extLst>
              <a:ext uri="{FF2B5EF4-FFF2-40B4-BE49-F238E27FC236}">
                <a16:creationId xmlns:a16="http://schemas.microsoft.com/office/drawing/2014/main" id="{14CE003A-4F4D-B71A-BAB2-F941243B69CF}"/>
              </a:ext>
            </a:extLst>
          </p:cNvPr>
          <p:cNvSpPr txBox="1"/>
          <p:nvPr/>
        </p:nvSpPr>
        <p:spPr>
          <a:xfrm>
            <a:off x="6172934" y="5625547"/>
            <a:ext cx="1142267" cy="276999"/>
          </a:xfrm>
          <a:prstGeom prst="rect">
            <a:avLst/>
          </a:prstGeom>
          <a:noFill/>
        </p:spPr>
        <p:txBody>
          <a:bodyPr wrap="square" rtlCol="0">
            <a:spAutoFit/>
          </a:bodyPr>
          <a:lstStyle/>
          <a:p>
            <a:pPr algn="r"/>
            <a:r>
              <a:rPr lang="en-US" sz="1200" dirty="0" err="1"/>
              <a:t>run_model.R</a:t>
            </a:r>
            <a:endParaRPr lang="en-US" sz="1200" dirty="0"/>
          </a:p>
        </p:txBody>
      </p:sp>
      <p:pic>
        <p:nvPicPr>
          <p:cNvPr id="8" name="Picture 7">
            <a:extLst>
              <a:ext uri="{FF2B5EF4-FFF2-40B4-BE49-F238E27FC236}">
                <a16:creationId xmlns:a16="http://schemas.microsoft.com/office/drawing/2014/main" id="{DEA847F5-247C-1006-68CC-1A8969204E0C}"/>
              </a:ext>
            </a:extLst>
          </p:cNvPr>
          <p:cNvPicPr>
            <a:picLocks noChangeAspect="1"/>
          </p:cNvPicPr>
          <p:nvPr/>
        </p:nvPicPr>
        <p:blipFill>
          <a:blip r:embed="rId3"/>
          <a:stretch>
            <a:fillRect/>
          </a:stretch>
        </p:blipFill>
        <p:spPr>
          <a:xfrm>
            <a:off x="6172934" y="1691640"/>
            <a:ext cx="5862377" cy="3933907"/>
          </a:xfrm>
          <a:prstGeom prst="rect">
            <a:avLst/>
          </a:prstGeom>
        </p:spPr>
      </p:pic>
    </p:spTree>
    <p:extLst>
      <p:ext uri="{BB962C8B-B14F-4D97-AF65-F5344CB8AC3E}">
        <p14:creationId xmlns:p14="http://schemas.microsoft.com/office/powerpoint/2010/main" val="2446815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A093C-5FF9-D082-DDD0-D7A0D5F832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87EEBF-0D01-1F54-8ABB-482A478F5199}"/>
              </a:ext>
            </a:extLst>
          </p:cNvPr>
          <p:cNvSpPr>
            <a:spLocks noGrp="1"/>
          </p:cNvSpPr>
          <p:nvPr>
            <p:ph type="sldNum" sz="quarter" idx="10"/>
          </p:nvPr>
        </p:nvSpPr>
        <p:spPr/>
        <p:txBody>
          <a:bodyPr/>
          <a:lstStyle/>
          <a:p>
            <a:fld id="{F4510120-A876-4642-B753-556A5424CAF0}" type="slidenum">
              <a:rPr lang="en-US" smtClean="0"/>
              <a:pPr/>
              <a:t>11</a:t>
            </a:fld>
            <a:endParaRPr lang="en-US"/>
          </a:p>
        </p:txBody>
      </p:sp>
      <p:sp>
        <p:nvSpPr>
          <p:cNvPr id="3" name="Title 2">
            <a:extLst>
              <a:ext uri="{FF2B5EF4-FFF2-40B4-BE49-F238E27FC236}">
                <a16:creationId xmlns:a16="http://schemas.microsoft.com/office/drawing/2014/main" id="{279368E6-3AF6-ECCE-7564-27C5D6C6B209}"/>
              </a:ext>
            </a:extLst>
          </p:cNvPr>
          <p:cNvSpPr>
            <a:spLocks noGrp="1"/>
          </p:cNvSpPr>
          <p:nvPr>
            <p:ph type="title"/>
          </p:nvPr>
        </p:nvSpPr>
        <p:spPr>
          <a:xfrm>
            <a:off x="838201" y="580153"/>
            <a:ext cx="10515600" cy="480131"/>
          </a:xfrm>
        </p:spPr>
        <p:txBody>
          <a:bodyPr/>
          <a:lstStyle/>
          <a:p>
            <a:r>
              <a:rPr lang="en-US" dirty="0">
                <a:solidFill>
                  <a:schemeClr val="bg2"/>
                </a:solidFill>
              </a:rPr>
              <a:t>Step 5 (cont’d): </a:t>
            </a:r>
            <a:r>
              <a:rPr lang="en-US" dirty="0"/>
              <a:t>Install and run a VE Model</a:t>
            </a:r>
          </a:p>
        </p:txBody>
      </p:sp>
      <p:sp>
        <p:nvSpPr>
          <p:cNvPr id="4" name="Text Placeholder 3">
            <a:extLst>
              <a:ext uri="{FF2B5EF4-FFF2-40B4-BE49-F238E27FC236}">
                <a16:creationId xmlns:a16="http://schemas.microsoft.com/office/drawing/2014/main" id="{21432D2F-A5A6-FDF5-8016-0D9EE49E2513}"/>
              </a:ext>
            </a:extLst>
          </p:cNvPr>
          <p:cNvSpPr>
            <a:spLocks noGrp="1"/>
          </p:cNvSpPr>
          <p:nvPr>
            <p:ph type="body" sz="quarter" idx="12"/>
          </p:nvPr>
        </p:nvSpPr>
        <p:spPr>
          <a:xfrm>
            <a:off x="838200" y="1600200"/>
            <a:ext cx="10515600" cy="2367828"/>
          </a:xfrm>
        </p:spPr>
        <p:txBody>
          <a:bodyPr/>
          <a:lstStyle/>
          <a:p>
            <a:r>
              <a:rPr lang="en-US" dirty="0"/>
              <a:t>5.4 </a:t>
            </a:r>
            <a:r>
              <a:rPr lang="en-US" b="0" dirty="0">
                <a:solidFill>
                  <a:schemeClr val="tx1"/>
                </a:solidFill>
              </a:rPr>
              <a:t>Open the model and run </a:t>
            </a:r>
          </a:p>
          <a:p>
            <a:pPr marL="285750" indent="-285750">
              <a:lnSpc>
                <a:spcPct val="110000"/>
              </a:lnSpc>
              <a:buFont typeface="Arial" panose="020B0604020202020204" pitchFamily="34" charset="0"/>
              <a:buChar char="•"/>
            </a:pPr>
            <a:r>
              <a:rPr lang="en-US" sz="1400" b="0" dirty="0">
                <a:solidFill>
                  <a:schemeClr val="tx1"/>
                </a:solidFill>
              </a:rPr>
              <a:t>Open the </a:t>
            </a:r>
            <a:r>
              <a:rPr lang="en-US" sz="1400" b="0" dirty="0" err="1">
                <a:solidFill>
                  <a:schemeClr val="tx1"/>
                </a:solidFill>
              </a:rPr>
              <a:t>VisionEval</a:t>
            </a:r>
            <a:r>
              <a:rPr lang="en-US" sz="1400" b="0" dirty="0">
                <a:solidFill>
                  <a:schemeClr val="tx1"/>
                </a:solidFill>
              </a:rPr>
              <a:t> R project in the runtime folder</a:t>
            </a:r>
          </a:p>
          <a:p>
            <a:pPr marL="285750" indent="-285750">
              <a:lnSpc>
                <a:spcPct val="110000"/>
              </a:lnSpc>
              <a:buFont typeface="Arial" panose="020B0604020202020204" pitchFamily="34" charset="0"/>
              <a:buChar char="•"/>
            </a:pPr>
            <a:r>
              <a:rPr lang="en-US" sz="1400" b="0" dirty="0">
                <a:solidFill>
                  <a:schemeClr val="tx1"/>
                </a:solidFill>
              </a:rPr>
              <a:t>To run the model, first store the model as an R object named </a:t>
            </a:r>
            <a:r>
              <a:rPr lang="en-US" sz="1400" b="0" i="1" dirty="0">
                <a:solidFill>
                  <a:schemeClr val="tx1"/>
                </a:solidFill>
              </a:rPr>
              <a:t>model </a:t>
            </a:r>
            <a:r>
              <a:rPr lang="en-US" sz="1400" b="0" dirty="0">
                <a:solidFill>
                  <a:schemeClr val="tx1"/>
                </a:solidFill>
              </a:rPr>
              <a:t>using:</a:t>
            </a:r>
          </a:p>
          <a:p>
            <a:pPr marL="285750" indent="-285750">
              <a:lnSpc>
                <a:spcPct val="110000"/>
              </a:lnSpc>
              <a:buFont typeface="Arial" panose="020B0604020202020204" pitchFamily="34" charset="0"/>
              <a:buChar char="•"/>
            </a:pPr>
            <a:endParaRPr lang="en-US" sz="1400" b="0" i="1" dirty="0">
              <a:solidFill>
                <a:schemeClr val="tx1"/>
              </a:solidFill>
            </a:endParaRPr>
          </a:p>
          <a:p>
            <a:pPr marL="102870" indent="-285750">
              <a:buFont typeface="Arial" panose="020B0604020202020204" pitchFamily="34" charset="0"/>
              <a:buChar char="•"/>
            </a:pPr>
            <a:r>
              <a:rPr lang="en-US" sz="1400" b="0" dirty="0">
                <a:solidFill>
                  <a:schemeClr val="tx1"/>
                </a:solidFill>
                <a:latin typeface="Arial"/>
                <a:cs typeface="Arial"/>
              </a:rPr>
              <a:t>Then enter </a:t>
            </a:r>
            <a:r>
              <a:rPr lang="en-US" sz="1400" b="0" i="1" dirty="0" err="1">
                <a:solidFill>
                  <a:schemeClr val="tx1"/>
                </a:solidFill>
                <a:latin typeface="Arial"/>
                <a:cs typeface="Arial"/>
              </a:rPr>
              <a:t>model$run</a:t>
            </a:r>
            <a:r>
              <a:rPr lang="en-US" sz="1400" b="0" i="1" dirty="0">
                <a:solidFill>
                  <a:schemeClr val="tx1"/>
                </a:solidFill>
                <a:latin typeface="Arial"/>
                <a:cs typeface="Arial"/>
              </a:rPr>
              <a:t>()</a:t>
            </a:r>
            <a:r>
              <a:rPr lang="en-US" sz="1400" b="0" dirty="0">
                <a:solidFill>
                  <a:schemeClr val="tx1"/>
                </a:solidFill>
                <a:latin typeface="Arial"/>
                <a:cs typeface="Arial"/>
              </a:rPr>
              <a:t> and ensure the model initializes. </a:t>
            </a:r>
            <a:r>
              <a:rPr lang="en-US" sz="1400" b="0" dirty="0" err="1">
                <a:solidFill>
                  <a:schemeClr val="tx1"/>
                </a:solidFill>
                <a:latin typeface="Arial"/>
                <a:cs typeface="Arial"/>
              </a:rPr>
              <a:t>VisionEval</a:t>
            </a:r>
            <a:r>
              <a:rPr lang="en-US" sz="1400" b="0" dirty="0">
                <a:solidFill>
                  <a:schemeClr val="tx1"/>
                </a:solidFill>
                <a:latin typeface="Arial"/>
                <a:cs typeface="Arial"/>
              </a:rPr>
              <a:t> uses this process to validate that the inputs are all in the anticipated format and there are no missing values across the various geographic levels.</a:t>
            </a:r>
            <a:endParaRPr lang="en-US" sz="1400" b="0" dirty="0">
              <a:solidFill>
                <a:schemeClr val="tx1"/>
              </a:solidFill>
            </a:endParaRPr>
          </a:p>
          <a:p>
            <a:endParaRPr lang="en-US" b="0" dirty="0">
              <a:solidFill>
                <a:schemeClr val="tx1"/>
              </a:solidFill>
            </a:endParaRPr>
          </a:p>
        </p:txBody>
      </p:sp>
      <p:pic>
        <p:nvPicPr>
          <p:cNvPr id="7" name="Picture 6">
            <a:extLst>
              <a:ext uri="{FF2B5EF4-FFF2-40B4-BE49-F238E27FC236}">
                <a16:creationId xmlns:a16="http://schemas.microsoft.com/office/drawing/2014/main" id="{457DA46C-24CD-6E27-7FA2-C80099E66243}"/>
              </a:ext>
            </a:extLst>
          </p:cNvPr>
          <p:cNvPicPr>
            <a:picLocks noChangeAspect="1"/>
          </p:cNvPicPr>
          <p:nvPr/>
        </p:nvPicPr>
        <p:blipFill>
          <a:blip r:embed="rId2"/>
          <a:stretch>
            <a:fillRect/>
          </a:stretch>
        </p:blipFill>
        <p:spPr>
          <a:xfrm>
            <a:off x="1142707" y="4152344"/>
            <a:ext cx="5648864" cy="839259"/>
          </a:xfrm>
          <a:prstGeom prst="rect">
            <a:avLst/>
          </a:prstGeom>
        </p:spPr>
      </p:pic>
      <p:pic>
        <p:nvPicPr>
          <p:cNvPr id="10" name="Picture 9">
            <a:extLst>
              <a:ext uri="{FF2B5EF4-FFF2-40B4-BE49-F238E27FC236}">
                <a16:creationId xmlns:a16="http://schemas.microsoft.com/office/drawing/2014/main" id="{8646D852-8834-A2E6-8B6F-AF2F34F6FD3F}"/>
              </a:ext>
            </a:extLst>
          </p:cNvPr>
          <p:cNvPicPr>
            <a:picLocks noChangeAspect="1"/>
          </p:cNvPicPr>
          <p:nvPr/>
        </p:nvPicPr>
        <p:blipFill>
          <a:blip r:embed="rId3"/>
          <a:stretch>
            <a:fillRect/>
          </a:stretch>
        </p:blipFill>
        <p:spPr>
          <a:xfrm>
            <a:off x="1142707" y="2784114"/>
            <a:ext cx="3448050" cy="219075"/>
          </a:xfrm>
          <a:prstGeom prst="rect">
            <a:avLst/>
          </a:prstGeom>
          <a:ln>
            <a:solidFill>
              <a:schemeClr val="bg1">
                <a:lumMod val="85000"/>
              </a:schemeClr>
            </a:solidFill>
          </a:ln>
        </p:spPr>
      </p:pic>
      <p:pic>
        <p:nvPicPr>
          <p:cNvPr id="12" name="Picture 11">
            <a:extLst>
              <a:ext uri="{FF2B5EF4-FFF2-40B4-BE49-F238E27FC236}">
                <a16:creationId xmlns:a16="http://schemas.microsoft.com/office/drawing/2014/main" id="{5E28A986-5CEA-C42D-D7FF-AB371ACAF181}"/>
              </a:ext>
            </a:extLst>
          </p:cNvPr>
          <p:cNvPicPr>
            <a:picLocks noChangeAspect="1"/>
          </p:cNvPicPr>
          <p:nvPr/>
        </p:nvPicPr>
        <p:blipFill>
          <a:blip r:embed="rId4"/>
          <a:stretch>
            <a:fillRect/>
          </a:stretch>
        </p:blipFill>
        <p:spPr>
          <a:xfrm>
            <a:off x="1142707" y="3710360"/>
            <a:ext cx="1562393" cy="218517"/>
          </a:xfrm>
          <a:prstGeom prst="rect">
            <a:avLst/>
          </a:prstGeom>
          <a:ln>
            <a:solidFill>
              <a:schemeClr val="bg1">
                <a:lumMod val="85000"/>
              </a:schemeClr>
            </a:solidFill>
          </a:ln>
        </p:spPr>
      </p:pic>
    </p:spTree>
    <p:extLst>
      <p:ext uri="{BB962C8B-B14F-4D97-AF65-F5344CB8AC3E}">
        <p14:creationId xmlns:p14="http://schemas.microsoft.com/office/powerpoint/2010/main" val="533370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D1694-3DF0-9C15-74FC-EAA81935252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05BD5A-9F24-745D-88C4-93BEE124D89A}"/>
              </a:ext>
            </a:extLst>
          </p:cNvPr>
          <p:cNvSpPr>
            <a:spLocks noGrp="1"/>
          </p:cNvSpPr>
          <p:nvPr>
            <p:ph type="sldNum" sz="quarter" idx="10"/>
          </p:nvPr>
        </p:nvSpPr>
        <p:spPr/>
        <p:txBody>
          <a:bodyPr/>
          <a:lstStyle/>
          <a:p>
            <a:fld id="{F4510120-A876-4642-B753-556A5424CAF0}" type="slidenum">
              <a:rPr lang="en-US" smtClean="0"/>
              <a:pPr/>
              <a:t>12</a:t>
            </a:fld>
            <a:endParaRPr lang="en-US"/>
          </a:p>
        </p:txBody>
      </p:sp>
      <p:sp>
        <p:nvSpPr>
          <p:cNvPr id="3" name="Title 2">
            <a:extLst>
              <a:ext uri="{FF2B5EF4-FFF2-40B4-BE49-F238E27FC236}">
                <a16:creationId xmlns:a16="http://schemas.microsoft.com/office/drawing/2014/main" id="{953F3C06-A730-2F3E-799F-8B8290BB18DB}"/>
              </a:ext>
            </a:extLst>
          </p:cNvPr>
          <p:cNvSpPr>
            <a:spLocks noGrp="1"/>
          </p:cNvSpPr>
          <p:nvPr>
            <p:ph type="title"/>
          </p:nvPr>
        </p:nvSpPr>
        <p:spPr>
          <a:xfrm>
            <a:off x="838201" y="580153"/>
            <a:ext cx="6184899" cy="480131"/>
          </a:xfrm>
        </p:spPr>
        <p:txBody>
          <a:bodyPr/>
          <a:lstStyle/>
          <a:p>
            <a:r>
              <a:rPr lang="en-US" dirty="0">
                <a:solidFill>
                  <a:schemeClr val="bg2"/>
                </a:solidFill>
                <a:latin typeface="Arial"/>
                <a:cs typeface="Arial"/>
              </a:rPr>
              <a:t>Step 6: </a:t>
            </a:r>
            <a:r>
              <a:rPr lang="en-US" dirty="0">
                <a:latin typeface="Arial"/>
                <a:cs typeface="Arial"/>
              </a:rPr>
              <a:t>Extract Model Results</a:t>
            </a:r>
          </a:p>
        </p:txBody>
      </p:sp>
      <p:sp>
        <p:nvSpPr>
          <p:cNvPr id="4" name="Text Placeholder 3">
            <a:extLst>
              <a:ext uri="{FF2B5EF4-FFF2-40B4-BE49-F238E27FC236}">
                <a16:creationId xmlns:a16="http://schemas.microsoft.com/office/drawing/2014/main" id="{525C70D5-5BE8-E6CC-AC8B-C215CAA24916}"/>
              </a:ext>
            </a:extLst>
          </p:cNvPr>
          <p:cNvSpPr>
            <a:spLocks noGrp="1"/>
          </p:cNvSpPr>
          <p:nvPr>
            <p:ph type="body" sz="quarter" idx="12"/>
          </p:nvPr>
        </p:nvSpPr>
        <p:spPr>
          <a:xfrm>
            <a:off x="838200" y="1600200"/>
            <a:ext cx="10515600" cy="2518638"/>
          </a:xfrm>
        </p:spPr>
        <p:txBody>
          <a:bodyPr vert="horz" wrap="square" lIns="0" tIns="45720" rIns="0" bIns="45720" rtlCol="0" anchor="t">
            <a:spAutoFit/>
          </a:bodyPr>
          <a:lstStyle/>
          <a:p>
            <a:r>
              <a:rPr lang="en-US" dirty="0">
                <a:latin typeface="Arial"/>
                <a:cs typeface="Arial"/>
              </a:rPr>
              <a:t>6.1 </a:t>
            </a:r>
            <a:r>
              <a:rPr lang="en-US" b="0" dirty="0">
                <a:solidFill>
                  <a:schemeClr val="tx1"/>
                </a:solidFill>
                <a:latin typeface="Arial"/>
                <a:cs typeface="Arial"/>
              </a:rPr>
              <a:t>Extract VE Model Run Results and Filter to the Target Rule Area</a:t>
            </a:r>
          </a:p>
          <a:p>
            <a:pPr marL="285750" indent="-285750">
              <a:buFont typeface="Arial" panose="020B0604020202020204" pitchFamily="34" charset="0"/>
              <a:buChar char="•"/>
            </a:pPr>
            <a:r>
              <a:rPr lang="en-US" sz="1400" b="0" dirty="0">
                <a:solidFill>
                  <a:schemeClr val="tx1"/>
                </a:solidFill>
                <a:latin typeface="Arial"/>
                <a:cs typeface="Arial"/>
              </a:rPr>
              <a:t>Once the model has finished running, use the built in VE export functions to export the model data as CSV outputs using the following code </a:t>
            </a:r>
            <a:r>
              <a:rPr lang="en-US" sz="1400" b="0" i="1" dirty="0">
                <a:solidFill>
                  <a:schemeClr val="tx1"/>
                </a:solidFill>
                <a:latin typeface="Arial"/>
                <a:cs typeface="Arial"/>
              </a:rPr>
              <a:t>(note that “model” here is the name you called your model):</a:t>
            </a:r>
            <a:endParaRPr lang="en-US" sz="1400" b="0" dirty="0">
              <a:solidFill>
                <a:schemeClr val="tx1"/>
              </a:solidFill>
              <a:latin typeface="Arial"/>
              <a:cs typeface="Arial"/>
            </a:endParaRPr>
          </a:p>
          <a:p>
            <a:pPr marL="285750" indent="-285750">
              <a:buFont typeface="Arial" panose="020B0604020202020204" pitchFamily="34" charset="0"/>
              <a:buChar char="•"/>
            </a:pPr>
            <a:endParaRPr lang="en-US" sz="1400" b="0" dirty="0">
              <a:solidFill>
                <a:schemeClr val="tx1"/>
              </a:solidFill>
              <a:latin typeface="Arial"/>
              <a:cs typeface="Arial"/>
            </a:endParaRPr>
          </a:p>
          <a:p>
            <a:pPr marL="285750" indent="-285750">
              <a:buFont typeface="Arial" panose="020B0604020202020204" pitchFamily="34" charset="0"/>
              <a:buChar char="•"/>
            </a:pPr>
            <a:endParaRPr lang="en-US" sz="1400" b="0" dirty="0">
              <a:solidFill>
                <a:schemeClr val="tx1"/>
              </a:solidFill>
              <a:latin typeface="Arial"/>
              <a:cs typeface="Arial"/>
            </a:endParaRPr>
          </a:p>
          <a:p>
            <a:pPr marL="285750" indent="-285750">
              <a:buFont typeface="Arial" panose="020B0604020202020204" pitchFamily="34" charset="0"/>
              <a:buChar char="•"/>
            </a:pPr>
            <a:r>
              <a:rPr lang="en-US" sz="1400" b="0" dirty="0">
                <a:solidFill>
                  <a:schemeClr val="tx1"/>
                </a:solidFill>
                <a:latin typeface="Arial"/>
                <a:cs typeface="Arial"/>
              </a:rPr>
              <a:t>This will export the results as CSV files to the “results/output” folder. Depending on the number of years in the model, this process could take 15-20 minutes.</a:t>
            </a:r>
          </a:p>
          <a:p>
            <a:endParaRPr lang="en-US" b="0" dirty="0">
              <a:solidFill>
                <a:schemeClr val="tx1"/>
              </a:solidFill>
            </a:endParaRPr>
          </a:p>
        </p:txBody>
      </p:sp>
      <p:grpSp>
        <p:nvGrpSpPr>
          <p:cNvPr id="13" name="Group 12">
            <a:extLst>
              <a:ext uri="{FF2B5EF4-FFF2-40B4-BE49-F238E27FC236}">
                <a16:creationId xmlns:a16="http://schemas.microsoft.com/office/drawing/2014/main" id="{E0977F19-06D6-F0D3-A3B1-8B5DA2FE61E6}"/>
              </a:ext>
            </a:extLst>
          </p:cNvPr>
          <p:cNvGrpSpPr/>
          <p:nvPr/>
        </p:nvGrpSpPr>
        <p:grpSpPr>
          <a:xfrm>
            <a:off x="1161532" y="2592007"/>
            <a:ext cx="2800350" cy="535024"/>
            <a:chOff x="7477125" y="502329"/>
            <a:chExt cx="2800350" cy="535024"/>
          </a:xfrm>
        </p:grpSpPr>
        <p:pic>
          <p:nvPicPr>
            <p:cNvPr id="10" name="Picture 9">
              <a:extLst>
                <a:ext uri="{FF2B5EF4-FFF2-40B4-BE49-F238E27FC236}">
                  <a16:creationId xmlns:a16="http://schemas.microsoft.com/office/drawing/2014/main" id="{C889F51E-1803-2D9B-78D8-93DD3BC37362}"/>
                </a:ext>
              </a:extLst>
            </p:cNvPr>
            <p:cNvPicPr>
              <a:picLocks noChangeAspect="1"/>
            </p:cNvPicPr>
            <p:nvPr/>
          </p:nvPicPr>
          <p:blipFill>
            <a:blip r:embed="rId2"/>
            <a:stretch>
              <a:fillRect/>
            </a:stretch>
          </p:blipFill>
          <p:spPr>
            <a:xfrm>
              <a:off x="7477125" y="502329"/>
              <a:ext cx="2800350" cy="228600"/>
            </a:xfrm>
            <a:prstGeom prst="rect">
              <a:avLst/>
            </a:prstGeom>
            <a:ln>
              <a:noFill/>
            </a:ln>
          </p:spPr>
        </p:pic>
        <p:pic>
          <p:nvPicPr>
            <p:cNvPr id="12" name="Picture 11">
              <a:extLst>
                <a:ext uri="{FF2B5EF4-FFF2-40B4-BE49-F238E27FC236}">
                  <a16:creationId xmlns:a16="http://schemas.microsoft.com/office/drawing/2014/main" id="{89653EE0-9E97-5D0D-413A-3650C5715103}"/>
                </a:ext>
              </a:extLst>
            </p:cNvPr>
            <p:cNvPicPr>
              <a:picLocks noChangeAspect="1"/>
            </p:cNvPicPr>
            <p:nvPr/>
          </p:nvPicPr>
          <p:blipFill>
            <a:blip r:embed="rId3"/>
            <a:stretch>
              <a:fillRect/>
            </a:stretch>
          </p:blipFill>
          <p:spPr>
            <a:xfrm>
              <a:off x="7477125" y="808753"/>
              <a:ext cx="1847850" cy="228600"/>
            </a:xfrm>
            <a:prstGeom prst="rect">
              <a:avLst/>
            </a:prstGeom>
          </p:spPr>
        </p:pic>
      </p:grpSp>
      <p:pic>
        <p:nvPicPr>
          <p:cNvPr id="15" name="Picture 14">
            <a:extLst>
              <a:ext uri="{FF2B5EF4-FFF2-40B4-BE49-F238E27FC236}">
                <a16:creationId xmlns:a16="http://schemas.microsoft.com/office/drawing/2014/main" id="{F93EC66C-62C1-5662-8FE5-9D1F3C365E25}"/>
              </a:ext>
            </a:extLst>
          </p:cNvPr>
          <p:cNvPicPr>
            <a:picLocks noChangeAspect="1"/>
          </p:cNvPicPr>
          <p:nvPr/>
        </p:nvPicPr>
        <p:blipFill>
          <a:blip r:embed="rId4"/>
          <a:stretch>
            <a:fillRect/>
          </a:stretch>
        </p:blipFill>
        <p:spPr>
          <a:xfrm>
            <a:off x="4625181" y="3961295"/>
            <a:ext cx="2941638" cy="2013288"/>
          </a:xfrm>
          <a:prstGeom prst="rect">
            <a:avLst/>
          </a:prstGeom>
          <a:ln>
            <a:solidFill>
              <a:schemeClr val="tx1"/>
            </a:solidFill>
          </a:ln>
        </p:spPr>
      </p:pic>
    </p:spTree>
    <p:extLst>
      <p:ext uri="{BB962C8B-B14F-4D97-AF65-F5344CB8AC3E}">
        <p14:creationId xmlns:p14="http://schemas.microsoft.com/office/powerpoint/2010/main" val="860312268"/>
      </p:ext>
    </p:extLst>
  </p:cSld>
  <p:clrMapOvr>
    <a:masterClrMapping/>
  </p:clrMapOvr>
</p:sld>
</file>

<file path=ppt/theme/theme1.xml><?xml version="1.0" encoding="utf-8"?>
<a:theme xmlns:a="http://schemas.openxmlformats.org/drawingml/2006/main" name="Bullet Page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8B8CB860-80B2-4C24-B384-9485113F0B07}"/>
    </a:ext>
  </a:extLst>
</a:theme>
</file>

<file path=ppt/theme/theme2.xml><?xml version="1.0" encoding="utf-8"?>
<a:theme xmlns:a="http://schemas.openxmlformats.org/drawingml/2006/main" name="Bold Bullet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E9934521-3DB5-4C5C-B157-CEB913FBD331}"/>
    </a:ext>
  </a:extLst>
</a:theme>
</file>

<file path=ppt/theme/theme3.xml><?xml version="1.0" encoding="utf-8"?>
<a:theme xmlns:a="http://schemas.openxmlformats.org/drawingml/2006/main" name="Title, Divider, &amp; End Page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EE4EC1A0-29A6-451A-AD4B-7830A77A69EC}"/>
    </a:ext>
  </a:extLst>
</a:theme>
</file>

<file path=ppt/theme/theme4.xml><?xml version="1.0" encoding="utf-8"?>
<a:theme xmlns:a="http://schemas.openxmlformats.org/drawingml/2006/main" name="1_Title, Divider, &amp; End Page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AD75CA53-6D6A-414E-ACE5-01AED4F1242C}"/>
    </a:ext>
  </a:extLst>
</a:theme>
</file>

<file path=ppt/theme/theme5.xml><?xml version="1.0" encoding="utf-8"?>
<a:theme xmlns:a="http://schemas.openxmlformats.org/drawingml/2006/main" name="2_Title, Divider, &amp; End Page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0AFF78E5-D3EC-47FE-907B-B2119CEDDDE8}"/>
    </a:ext>
  </a:extLst>
</a:theme>
</file>

<file path=ppt/theme/theme6.xml><?xml version="1.0" encoding="utf-8"?>
<a:theme xmlns:a="http://schemas.openxmlformats.org/drawingml/2006/main" name="3_Title, Divider, &amp; End Page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355DFA3D-B2D6-48CE-8808-EF139289E110}"/>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1A211315EA3D744B34497D356342E9C" ma:contentTypeVersion="10" ma:contentTypeDescription="Create a new document." ma:contentTypeScope="" ma:versionID="65746645f7674bb118e511042f64138c">
  <xsd:schema xmlns:xsd="http://www.w3.org/2001/XMLSchema" xmlns:xs="http://www.w3.org/2001/XMLSchema" xmlns:p="http://schemas.microsoft.com/office/2006/metadata/properties" xmlns:ns2="deb7a58f-9816-4428-a352-ae489ea84994" xmlns:ns3="3f39614a-c9a1-44e5-9858-31499fb88fe7" targetNamespace="http://schemas.microsoft.com/office/2006/metadata/properties" ma:root="true" ma:fieldsID="00b523159169dd87c3b2913bc34a8e32" ns2:_="" ns3:_="">
    <xsd:import namespace="deb7a58f-9816-4428-a352-ae489ea84994"/>
    <xsd:import namespace="3f39614a-c9a1-44e5-9858-31499fb88f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b7a58f-9816-4428-a352-ae489ea849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1770257-8aa5-473d-8b97-0f0439c117c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39614a-c9a1-44e5-9858-31499fb88fe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a530b1c-57df-4972-ab71-6944420906a9}" ma:internalName="TaxCatchAll" ma:showField="CatchAllData" ma:web="3f39614a-c9a1-44e5-9858-31499fb88f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3f39614a-c9a1-44e5-9858-31499fb88fe7" xsi:nil="true"/>
    <lcf76f155ced4ddcb4097134ff3c332f xmlns="deb7a58f-9816-4428-a352-ae489ea84994">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959F828-A948-4FB9-8392-239C239E0013}">
  <ds:schemaRefs>
    <ds:schemaRef ds:uri="3f39614a-c9a1-44e5-9858-31499fb88fe7"/>
    <ds:schemaRef ds:uri="deb7a58f-9816-4428-a352-ae489ea849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AB548D2-16E5-4D59-9228-B99A31CAF826}">
  <ds:schemaRefs>
    <ds:schemaRef ds:uri="http://schemas.microsoft.com/office/2006/metadata/properties"/>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terms/"/>
    <ds:schemaRef ds:uri="deb7a58f-9816-4428-a352-ae489ea84994"/>
    <ds:schemaRef ds:uri="3f39614a-c9a1-44e5-9858-31499fb88fe7"/>
    <ds:schemaRef ds:uri="http://purl.org/dc/dcmitype/"/>
  </ds:schemaRefs>
</ds:datastoreItem>
</file>

<file path=customXml/itemProps3.xml><?xml version="1.0" encoding="utf-8"?>
<ds:datastoreItem xmlns:ds="http://schemas.openxmlformats.org/officeDocument/2006/customXml" ds:itemID="{E23E702B-A4A8-49D1-8100-74D24C5D8E8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RSG PPT Template - Light Mode</Template>
  <TotalTime>2541</TotalTime>
  <Words>1079</Words>
  <Application>Microsoft Office PowerPoint</Application>
  <PresentationFormat>Widescreen</PresentationFormat>
  <Paragraphs>92</Paragraphs>
  <Slides>12</Slides>
  <Notes>0</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12</vt:i4>
      </vt:variant>
    </vt:vector>
  </HeadingPairs>
  <TitlesOfParts>
    <vt:vector size="24" baseType="lpstr">
      <vt:lpstr>Arial</vt:lpstr>
      <vt:lpstr>Calibri</vt:lpstr>
      <vt:lpstr>Consolas</vt:lpstr>
      <vt:lpstr>Courier New</vt:lpstr>
      <vt:lpstr>System Font Regular</vt:lpstr>
      <vt:lpstr>Wingdings</vt:lpstr>
      <vt:lpstr>Bullet Pages</vt:lpstr>
      <vt:lpstr>Bold Bullets</vt:lpstr>
      <vt:lpstr>Title, Divider, &amp; End Pages</vt:lpstr>
      <vt:lpstr>1_Title, Divider, &amp; End Pages</vt:lpstr>
      <vt:lpstr>2_Title, Divider, &amp; End Pages</vt:lpstr>
      <vt:lpstr>3_Title, Divider, &amp; End Pages</vt:lpstr>
      <vt:lpstr>MCCOG VE Installation Guide</vt:lpstr>
      <vt:lpstr>Step 1: Clone the VisionEval-Dev and VE_Extras_MCCOG repositories</vt:lpstr>
      <vt:lpstr>Step 2: Build the VisionEval model</vt:lpstr>
      <vt:lpstr>Step 2: Build the VisionEval model</vt:lpstr>
      <vt:lpstr>Step 3: Install Packages to the VE Library manually</vt:lpstr>
      <vt:lpstr>Step 3 cont’d: Install Packages to the VE Library manually</vt:lpstr>
      <vt:lpstr>Step 4: Install and run a VE Model</vt:lpstr>
      <vt:lpstr>Step 5: Install and run a VE Model</vt:lpstr>
      <vt:lpstr>Step 5 (cont’d): Install and run a VE Model</vt:lpstr>
      <vt:lpstr>Step 5 (cont’d): Install and run a VE Model</vt:lpstr>
      <vt:lpstr>Step 5 (cont’d): Install and run a VE Model</vt:lpstr>
      <vt:lpstr>Step 6: Extract Model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Metro VE Extras Installation Guide</dc:title>
  <dc:creator>Nicholas Fisher</dc:creator>
  <cp:lastModifiedBy>Nicholas Fisher</cp:lastModifiedBy>
  <cp:revision>6</cp:revision>
  <cp:lastPrinted>2022-11-01T17:15:33Z</cp:lastPrinted>
  <dcterms:created xsi:type="dcterms:W3CDTF">2023-12-27T17:26:17Z</dcterms:created>
  <dcterms:modified xsi:type="dcterms:W3CDTF">2026-05-20T18:22:43Z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0x010100F1A211315EA3D744B34497D356342E9C</vt:lpwstr>
  </property>
  <property fmtid="{D5CDD505-2E9C-101B-9397-08002B2CF9AE}" pid="3" name="MediaServiceImageTags">
    <vt:lpwstr/>
  </property>
</Properties>
</file>